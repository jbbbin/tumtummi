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62" r:id="rId2"/>
    <p:sldId id="269" r:id="rId3"/>
    <p:sldId id="266" r:id="rId4"/>
    <p:sldId id="263" r:id="rId5"/>
    <p:sldId id="267" r:id="rId6"/>
    <p:sldId id="268" r:id="rId7"/>
    <p:sldId id="271" r:id="rId8"/>
    <p:sldId id="275" r:id="rId9"/>
    <p:sldId id="273" r:id="rId10"/>
  </p:sldIdLst>
  <p:sldSz cx="12192000" cy="6858000"/>
  <p:notesSz cx="6858000" cy="9144000"/>
  <p:embeddedFontLst>
    <p:embeddedFont>
      <p:font typeface="나눔바른고딕" panose="020B0603020101020101" pitchFamily="50" charset="-127"/>
      <p:regular r:id="rId11"/>
      <p:bold r:id="rId12"/>
    </p:embeddedFont>
    <p:embeddedFont>
      <p:font typeface="나눔바른고딕 Light" panose="020B0603020101020101" pitchFamily="50" charset="-127"/>
      <p:regular r:id="rId13"/>
    </p:embeddedFont>
    <p:embeddedFont>
      <p:font typeface="에스코어 드림 8 Heavy" panose="020B0903030302020204" pitchFamily="34" charset="-127"/>
      <p:bold r:id="rId14"/>
    </p:embeddedFont>
    <p:embeddedFont>
      <p:font typeface="태백체" pitchFamily="50" charset="-127"/>
      <p:regular r:id="rId15"/>
    </p:embeddedFont>
    <p:embeddedFont>
      <p:font typeface="Cafe24 Ssurround air OTF Light" panose="020F0300000000000000" pitchFamily="34" charset="-127"/>
      <p:regular r:id="rId16"/>
    </p:embeddedFont>
    <p:embeddedFont>
      <p:font typeface="Cafe24 Ssurround OTF Bold" panose="020F0800000000000000" pitchFamily="34" charset="-127"/>
      <p:bold r:id="rId17"/>
    </p:embeddedFont>
    <p:embeddedFont>
      <p:font typeface="Pretendard Variable Black" panose="02000003000000020004" pitchFamily="2" charset="-127"/>
      <p:bold r:id="rId18"/>
    </p:embeddedFont>
    <p:embeddedFont>
      <p:font typeface="Pretendard Variable Light" panose="02000003000000020004" pitchFamily="2" charset="-127"/>
      <p:regular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6767"/>
    <a:srgbClr val="FFCFD2"/>
    <a:srgbClr val="959595"/>
    <a:srgbClr val="F0AD00"/>
    <a:srgbClr val="4AB817"/>
    <a:srgbClr val="936639"/>
    <a:srgbClr val="E4DAD1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284" y="-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253EA-4B7E-3220-1A8F-C235169CAB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D29D9D-79B8-5F5D-09B2-6D66ACF895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DB00E8-03F0-D706-0261-4718DE524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32D16-D10F-6222-A64E-EC8E3015C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0690DB-03B2-E570-637A-2CA9A637E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7029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61E712-AF47-8F43-F45C-15F8FB12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92648-F762-30EC-0FFD-C9C4856A6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0DA788A-965F-5703-CF7D-8331B4DF8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11E731-9A6D-CB31-BC19-C4B3F40CA5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552220-E527-F10D-43BC-BA55B3175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880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D203BC-B008-C423-1D4F-0DD8E9AC4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3564A2-2743-1271-C6C1-EF55AC2D2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AB4E33-ACCD-2E1E-713E-D8C969E2C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51F84F-8DB0-F9F1-D11A-817B785A6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CFFBDC-79CF-2B2C-0FAF-08B2186B5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122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F0A764-2834-47A5-237C-59B497CF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AEFD00-B200-093C-D83B-7188C04B1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837761-8C7B-E5EF-B54E-3F72DC92D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5F4434-5BDE-1C46-D943-8FECAA957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5ED88B1-F5D6-C418-C3B8-A5A931B9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A71B7C9-7BE5-7ACD-9109-63E82223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401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C34448-B3E5-C761-D463-0CDF28E7F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5A3C4A8-F033-C6A6-6CB8-31D932DD3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26B203-73E8-623E-2E9B-E4C759876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3DF9A6-F52C-8F64-02B3-F50CD71AF0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98C5796-1DCD-8A2C-7556-DA6FE2BF70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573B5B4-AC52-B1CF-1133-4AD7F05B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F1EDF90-0A80-5CB2-69DA-65EACCBE7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426048F-FA55-D075-CD07-93002688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994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02FAE-0225-C1B5-81C3-856E46AF4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6D0D898-6507-4D16-0895-4AEE16D1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CC1D4C4-7C8C-E4AB-446B-B1A6128E5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99C9B5D-B6C5-6C27-D65C-A31826E07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0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3F1773-2C9E-A0FC-ABC8-EDA218C4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7317C7F-C18B-A4DA-6658-CF1CD09E4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56DBCD-8753-20E9-1915-E8799F540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203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1BA44-9A8E-4E02-5B17-5C7FF9F54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F669A1-555C-7075-DA2F-EDC3A9A14F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FCE410-669C-7423-9443-7DA4C8B7C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C8AFF79-6AAA-B965-2076-7B48CABF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E3608DB-6A06-F963-8CF6-ED0C774D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2950425-7341-A79B-077C-42081AD36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09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393B7C-FEFB-169C-9224-F287A317D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AA0FAA-D334-BEA5-2B0D-1AA4DAE058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680A8C-5558-30F2-3193-FE3CD87573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A82BF29-EDE0-77F6-89E7-DDE8129E4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FA9B7CC-28B1-0932-F631-F33056EB8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93F6E0C-E331-A446-9AC9-C552C49AD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9062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AA678-5C90-B501-BECD-7CB871C1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1D30DDB-C110-F95D-0E49-156426B38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523CA4-1CC1-138F-A416-6D04BB6C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FB88B-A8B9-7A60-E711-E87E27D35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80DC3-1E97-37BA-A685-425D8D90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641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45E0F98-DB15-4E55-8FA4-E736C34FC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3611A36-F0EB-6257-6F65-60EAC98F3E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689F92-53A0-B368-8318-6D8A796AB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955D1A-EB54-1A47-1AB5-53B30D104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AAD506-49AC-8101-C030-4A1615B0D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749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54B1E6C-C91A-56E2-5E44-9EC3833DA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C856D-B66D-81D0-4366-CEC191E6B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6411CF-90BD-D1F3-F8C7-6A08748C9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71D115-DCEB-4071-A788-261B4B88E06F}" type="datetimeFigureOut">
              <a:rPr lang="ko-KR" altLang="en-US" smtClean="0"/>
              <a:t>2024-07-22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D1F23A-8961-3D56-4C89-8E06D0C080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09835B-D932-FA3D-BBF6-88760E48C1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561C1-6E56-493F-9116-4DA0BA8FE49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029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3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5" Type="http://schemas.microsoft.com/office/2007/relationships/hdphoto" Target="../media/hdphoto7.wdp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8.wdp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951B3B47-E5B7-D729-3048-959AB4BFF7B1}"/>
              </a:ext>
            </a:extLst>
          </p:cNvPr>
          <p:cNvSpPr/>
          <p:nvPr/>
        </p:nvSpPr>
        <p:spPr>
          <a:xfrm>
            <a:off x="11405936" y="0"/>
            <a:ext cx="1127896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B8B78D-2351-E3AC-3F90-6E1339C67116}"/>
              </a:ext>
            </a:extLst>
          </p:cNvPr>
          <p:cNvSpPr/>
          <p:nvPr/>
        </p:nvSpPr>
        <p:spPr>
          <a:xfrm>
            <a:off x="0" y="0"/>
            <a:ext cx="80852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6C842613-F867-E205-C4D6-45FCD5F25D90}"/>
              </a:ext>
            </a:extLst>
          </p:cNvPr>
          <p:cNvSpPr/>
          <p:nvPr/>
        </p:nvSpPr>
        <p:spPr>
          <a:xfrm>
            <a:off x="3899081" y="1666435"/>
            <a:ext cx="4393839" cy="4393839"/>
          </a:xfrm>
          <a:prstGeom prst="ellipse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만화 영화, 클립아트, 일러스트레이션, 예술이(가) 표시된 사진&#10;&#10;자동 생성된 설명">
            <a:extLst>
              <a:ext uri="{FF2B5EF4-FFF2-40B4-BE49-F238E27FC236}">
                <a16:creationId xmlns:a16="http://schemas.microsoft.com/office/drawing/2014/main" id="{6728EF2C-4521-8E3A-7D90-53B91006B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51" y="1594807"/>
            <a:ext cx="1593046" cy="144864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2591C2A-BED6-FD3D-8B96-0699DB8AFD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08" b="98154" l="6014" r="92448">
                        <a14:foregroundMark x1="23357" y1="9692" x2="20420" y2="41692"/>
                        <a14:foregroundMark x1="16503" y1="6538" x2="16503" y2="6538"/>
                        <a14:foregroundMark x1="6573" y1="8000" x2="6573" y2="8000"/>
                        <a14:foregroundMark x1="6573" y1="8077" x2="9790" y2="23462"/>
                        <a14:foregroundMark x1="8531" y1="30308" x2="6434" y2="43769"/>
                        <a14:foregroundMark x1="10210" y1="26077" x2="6294" y2="63077"/>
                        <a14:foregroundMark x1="9371" y1="90385" x2="15385" y2="98154"/>
                        <a14:foregroundMark x1="6014" y1="65462" x2="9091" y2="82231"/>
                        <a14:foregroundMark x1="7692" y1="88077" x2="10769" y2="94154"/>
                        <a14:foregroundMark x1="22517" y1="97615" x2="81678" y2="96154"/>
                        <a14:foregroundMark x1="81678" y1="96154" x2="86713" y2="78615"/>
                        <a14:foregroundMark x1="52028" y1="21308" x2="49790" y2="20385"/>
                        <a14:foregroundMark x1="25035" y1="4538" x2="38182" y2="4538"/>
                        <a14:foregroundMark x1="38182" y1="4538" x2="77902" y2="4077"/>
                        <a14:foregroundMark x1="77902" y1="4077" x2="77902" y2="4077"/>
                        <a14:foregroundMark x1="48112" y1="7000" x2="55105" y2="2846"/>
                        <a14:foregroundMark x1="13287" y1="1692" x2="22797" y2="2615"/>
                        <a14:foregroundMark x1="10769" y1="3923" x2="8811" y2="8308"/>
                        <a14:foregroundMark x1="20420" y1="1692" x2="62937" y2="1308"/>
                        <a14:foregroundMark x1="62937" y1="1308" x2="87552" y2="2692"/>
                        <a14:foregroundMark x1="86154" y1="3538" x2="89510" y2="51923"/>
                        <a14:foregroundMark x1="89510" y1="51923" x2="82098" y2="90615"/>
                        <a14:foregroundMark x1="89510" y1="81077" x2="89510" y2="81077"/>
                        <a14:foregroundMark x1="89510" y1="81077" x2="89510" y2="81077"/>
                        <a14:foregroundMark x1="89510" y1="81000" x2="89510" y2="81000"/>
                        <a14:foregroundMark x1="89510" y1="81000" x2="89510" y2="81000"/>
                        <a14:foregroundMark x1="91189" y1="62692" x2="89790" y2="84000"/>
                        <a14:foregroundMark x1="89790" y1="90308" x2="81119" y2="95615"/>
                        <a14:foregroundMark x1="88671" y1="85154" x2="89930" y2="93000"/>
                        <a14:foregroundMark x1="88252" y1="93538" x2="71888" y2="97231"/>
                        <a14:foregroundMark x1="71888" y1="97231" x2="66294" y2="96923"/>
                        <a14:foregroundMark x1="69231" y1="97615" x2="85455" y2="95462"/>
                        <a14:foregroundMark x1="85455" y1="95462" x2="87552" y2="91538"/>
                        <a14:foregroundMark x1="91608" y1="88000" x2="90070" y2="91308"/>
                        <a14:foregroundMark x1="90210" y1="60923" x2="90629" y2="54154"/>
                        <a14:foregroundMark x1="89627" y1="32505" x2="90629" y2="39462"/>
                        <a14:foregroundMark x1="85734" y1="5462" x2="88809" y2="26821"/>
                        <a14:foregroundMark x1="87413" y1="4000" x2="91544" y2="26029"/>
                        <a14:backgroundMark x1="92028" y1="29231" x2="92028" y2="29231"/>
                        <a14:backgroundMark x1="92028" y1="29615" x2="92028" y2="29615"/>
                        <a14:backgroundMark x1="92308" y1="29846" x2="92308" y2="29846"/>
                        <a14:backgroundMark x1="92587" y1="30231" x2="92587" y2="30231"/>
                        <a14:backgroundMark x1="92587" y1="28538" x2="92587" y2="28538"/>
                        <a14:backgroundMark x1="92308" y1="27769" x2="92727" y2="29462"/>
                        <a14:backgroundMark x1="92448" y1="27231" x2="92727" y2="28923"/>
                        <a14:backgroundMark x1="92587" y1="27462" x2="92168" y2="27154"/>
                        <a14:backgroundMark x1="92448" y1="26538" x2="93007" y2="28769"/>
                        <a14:backgroundMark x1="92448" y1="29538" x2="93147" y2="32231"/>
                        <a14:backgroundMark x1="92587" y1="26385" x2="92168" y2="27615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 rot="19800000">
            <a:off x="4635278" y="-1511651"/>
            <a:ext cx="3018144" cy="54722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F586D80-7F78-F48F-FD67-7B3F05891E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6" b="99300" l="3390" r="97599">
                        <a14:foregroundMark x1="16525" y1="5837" x2="12994" y2="27704"/>
                        <a14:foregroundMark x1="32062" y1="7237" x2="30226" y2="6148"/>
                        <a14:foregroundMark x1="14972" y1="3346" x2="84181" y2="6770"/>
                        <a14:foregroundMark x1="84181" y1="6770" x2="87288" y2="15798"/>
                        <a14:foregroundMark x1="61864" y1="1790" x2="69774" y2="1089"/>
                        <a14:foregroundMark x1="76130" y1="1556" x2="84887" y2="3268"/>
                        <a14:foregroundMark x1="87429" y1="4047" x2="90254" y2="6226"/>
                        <a14:foregroundMark x1="83757" y1="2490" x2="89689" y2="3735"/>
                        <a14:foregroundMark x1="87853" y1="4747" x2="93718" y2="14718"/>
                        <a14:foregroundMark x1="87006" y1="17276" x2="87006" y2="17276"/>
                        <a14:foregroundMark x1="90900" y1="19044" x2="93876" y2="51434"/>
                        <a14:foregroundMark x1="91828" y1="90627" x2="87448" y2="97656"/>
                        <a14:foregroundMark x1="83358" y1="97958" x2="9249" y2="89679"/>
                        <a14:foregroundMark x1="10502" y1="3053" x2="64689" y2="3813"/>
                        <a14:foregroundMark x1="27684" y1="1089" x2="62147" y2="934"/>
                        <a14:foregroundMark x1="18927" y1="2257" x2="13983" y2="6926"/>
                        <a14:foregroundMark x1="22881" y1="2412" x2="15819" y2="1634"/>
                        <a14:foregroundMark x1="16667" y1="2724" x2="7830" y2="20353"/>
                        <a14:foregroundMark x1="8365" y1="27362" x2="10876" y2="53230"/>
                        <a14:foregroundMark x1="8049" y1="24106" x2="8241" y2="26078"/>
                        <a14:foregroundMark x1="7776" y1="21291" x2="8006" y2="23655"/>
                        <a14:foregroundMark x1="6947" y1="12756" x2="7194" y2="15300"/>
                        <a14:foregroundMark x1="8376" y1="32166" x2="10593" y2="69261"/>
                        <a14:foregroundMark x1="8469" y1="64172" x2="8480" y2="64609"/>
                        <a14:foregroundMark x1="9163" y1="75262" x2="10452" y2="90039"/>
                        <a14:foregroundMark x1="10452" y1="90039" x2="23870" y2="98054"/>
                        <a14:foregroundMark x1="23870" y1="98054" x2="83821" y2="99309"/>
                        <a14:foregroundMark x1="92373" y1="54241" x2="92373" y2="57588"/>
                        <a14:foregroundMark x1="91949" y1="52451" x2="92232" y2="55642"/>
                        <a14:foregroundMark x1="92268" y1="23673" x2="91949" y2="29105"/>
                        <a14:foregroundMark x1="92866" y1="13520" x2="92794" y2="14742"/>
                        <a14:foregroundMark x1="92938" y1="12296" x2="92881" y2="13270"/>
                        <a14:foregroundMark x1="93238" y1="24031" x2="92655" y2="30428"/>
                        <a14:foregroundMark x1="6497" y1="92296" x2="8051" y2="96187"/>
                        <a14:foregroundMark x1="10028" y1="97276" x2="12853" y2="98444"/>
                        <a14:foregroundMark x1="6578" y1="47544" x2="6051" y2="49558"/>
                        <a14:foregroundMark x1="6638" y1="47315" x2="6697" y2="47090"/>
                        <a14:foregroundMark x1="6810" y1="57961" x2="7062" y2="88016"/>
                        <a14:foregroundMark x1="92674" y1="16383" x2="93787" y2="18837"/>
                        <a14:foregroundMark x1="93362" y1="15409" x2="93362" y2="15409"/>
                        <a14:foregroundMark x1="93362" y1="16342" x2="93362" y2="16342"/>
                        <a14:foregroundMark x1="93503" y1="20623" x2="93503" y2="20623"/>
                        <a14:foregroundMark x1="85169" y1="98911" x2="84746" y2="98833"/>
                        <a14:foregroundMark x1="93220" y1="92607" x2="93220" y2="92607"/>
                        <a14:foregroundMark x1="93644" y1="72374" x2="93644" y2="72374"/>
                        <a14:foregroundMark x1="93532" y1="67682" x2="93831" y2="82658"/>
                        <a14:foregroundMark x1="93220" y1="52062" x2="93491" y2="65659"/>
                        <a14:foregroundMark x1="93644" y1="84514" x2="92373" y2="89339"/>
                        <a14:foregroundMark x1="18644" y1="389" x2="18644" y2="389"/>
                        <a14:foregroundMark x1="10593" y1="2490" x2="10593" y2="2490"/>
                        <a14:foregroundMark x1="9605" y1="3191" x2="9605" y2="3191"/>
                        <a14:foregroundMark x1="10028" y1="3113" x2="10028" y2="3113"/>
                        <a14:foregroundMark x1="10028" y1="3035" x2="10028" y2="3035"/>
                        <a14:foregroundMark x1="10028" y1="3035" x2="10028" y2="3035"/>
                        <a14:foregroundMark x1="10311" y1="3035" x2="9746" y2="3268"/>
                        <a14:foregroundMark x1="10876" y1="2490" x2="8757" y2="4047"/>
                        <a14:foregroundMark x1="24435" y1="156" x2="47458" y2="156"/>
                        <a14:foregroundMark x1="6780" y1="54319" x2="7345" y2="58911"/>
                        <a14:backgroundMark x1="5226" y1="6226" x2="2260" y2="16265"/>
                        <a14:backgroundMark x1="4379" y1="3658" x2="4379" y2="3658"/>
                        <a14:backgroundMark x1="6375" y1="3191" x2="1412" y2="6926"/>
                        <a14:backgroundMark x1="6215" y1="3813" x2="7429" y2="3576"/>
                        <a14:backgroundMark x1="16622" y1="389" x2="18785" y2="78"/>
                        <a14:backgroundMark x1="15537" y1="545" x2="16622" y2="389"/>
                        <a14:backgroundMark x1="4520" y1="15253" x2="4096" y2="22568"/>
                        <a14:backgroundMark x1="4379" y1="23813" x2="4379" y2="23813"/>
                        <a14:backgroundMark x1="4379" y1="24047" x2="4379" y2="24047"/>
                        <a14:backgroundMark x1="2825" y1="23346" x2="5508" y2="27860"/>
                        <a14:backgroundMark x1="3814" y1="22412" x2="4661" y2="24514"/>
                        <a14:backgroundMark x1="4520" y1="26304" x2="4802" y2="32218"/>
                        <a14:backgroundMark x1="4661" y1="35798" x2="4520" y2="36187"/>
                        <a14:backgroundMark x1="3390" y1="33463" x2="4520" y2="34241"/>
                        <a14:backgroundMark x1="4096" y1="32996" x2="4802" y2="36265"/>
                        <a14:backgroundMark x1="4802" y1="36265" x2="4379" y2="41556"/>
                        <a14:backgroundMark x1="1836" y1="29883" x2="3531" y2="44591"/>
                        <a14:backgroundMark x1="4802" y1="42101" x2="5179" y2="47200"/>
                        <a14:backgroundMark x1="5627" y1="88019" x2="5650" y2="90039"/>
                        <a14:backgroundMark x1="3249" y1="70195" x2="3315" y2="70903"/>
                        <a14:backgroundMark x1="95331" y1="52049" x2="95339" y2="49883"/>
                        <a14:backgroundMark x1="93927" y1="51440" x2="93695" y2="52059"/>
                        <a14:backgroundMark x1="86441" y1="98911" x2="93927" y2="99844"/>
                        <a14:backgroundMark x1="95339" y1="92140" x2="95360" y2="89576"/>
                        <a14:backgroundMark x1="97419" y1="81910" x2="98446" y2="85681"/>
                        <a14:backgroundMark x1="94915" y1="89541" x2="94915" y2="91518"/>
                        <a14:backgroundMark x1="85451" y1="99568" x2="84322" y2="99689"/>
                        <a14:backgroundMark x1="89407" y1="99144" x2="85767" y2="99534"/>
                        <a14:backgroundMark x1="4616" y1="54400" x2="5508" y2="49339"/>
                        <a14:backgroundMark x1="5508" y1="49572" x2="5910" y2="54351"/>
                        <a14:backgroundMark x1="94560" y1="20623" x2="94492" y2="20311"/>
                        <a14:backgroundMark x1="94915" y1="22257" x2="94560" y2="20623"/>
                        <a14:backgroundMark x1="95295" y1="20623" x2="95621" y2="21790"/>
                        <a14:backgroundMark x1="94774" y1="18755" x2="95295" y2="20623"/>
                        <a14:backgroundMark x1="94915" y1="21946" x2="95904" y2="23346"/>
                        <a14:backgroundMark x1="95904" y1="22023" x2="96045" y2="23969"/>
                        <a14:backgroundMark x1="94068" y1="19222" x2="94068" y2="18988"/>
                        <a14:backgroundMark x1="94128" y1="15409" x2="94209" y2="16342"/>
                        <a14:backgroundMark x1="94068" y1="14708" x2="94128" y2="15409"/>
                        <a14:backgroundMark x1="94492" y1="66848" x2="94068" y2="66693"/>
                        <a14:backgroundMark x1="94492" y1="66226" x2="94915" y2="67549"/>
                        <a14:backgroundMark x1="95339" y1="65759" x2="95904" y2="67004"/>
                        <a14:backgroundMark x1="95264" y1="89568" x2="95480" y2="90817"/>
                        <a14:backgroundMark x1="94068" y1="82646" x2="94401" y2="84574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 rot="19800000">
            <a:off x="7374437" y="3231996"/>
            <a:ext cx="3023482" cy="54722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852C1A5-7474-B5E7-8190-47A5ECCA57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23" b="99922" l="1599" r="93750">
                        <a14:foregroundMark x1="8721" y1="5370" x2="11628" y2="92840"/>
                        <a14:foregroundMark x1="11628" y1="92840" x2="26308" y2="96887"/>
                        <a14:foregroundMark x1="26308" y1="96887" x2="61628" y2="97510"/>
                        <a14:foregroundMark x1="61628" y1="97510" x2="81977" y2="96498"/>
                        <a14:foregroundMark x1="81977" y1="96498" x2="82849" y2="13152"/>
                        <a14:foregroundMark x1="82849" y1="13152" x2="79651" y2="4436"/>
                        <a14:foregroundMark x1="79651" y1="4436" x2="8866" y2="5681"/>
                        <a14:foregroundMark x1="13372" y1="19300" x2="27907" y2="26459"/>
                        <a14:foregroundMark x1="26599" y1="11907" x2="39680" y2="14942"/>
                        <a14:foregroundMark x1="33430" y1="11518" x2="27762" y2="13307"/>
                        <a14:foregroundMark x1="30669" y1="9339" x2="42878" y2="14086"/>
                        <a14:foregroundMark x1="53634" y1="48249" x2="70349" y2="67860"/>
                        <a14:foregroundMark x1="64680" y1="60311" x2="74855" y2="67704"/>
                        <a14:foregroundMark x1="22093" y1="43191" x2="23547" y2="62257"/>
                        <a14:foregroundMark x1="20058" y1="42802" x2="16860" y2="54786"/>
                        <a14:foregroundMark x1="18169" y1="41946" x2="18605" y2="70117"/>
                        <a14:foregroundMark x1="19041" y1="76809" x2="30959" y2="86848"/>
                        <a14:foregroundMark x1="16715" y1="80700" x2="24128" y2="87549"/>
                        <a14:foregroundMark x1="17587" y1="79066" x2="40988" y2="76265"/>
                        <a14:foregroundMark x1="40988" y1="76265" x2="36337" y2="84903"/>
                        <a14:foregroundMark x1="36337" y1="84903" x2="36773" y2="85292"/>
                        <a14:foregroundMark x1="27471" y1="73307" x2="35756" y2="82802"/>
                        <a14:foregroundMark x1="25581" y1="70428" x2="41424" y2="70739"/>
                        <a14:foregroundMark x1="41424" y1="70739" x2="31686" y2="76109"/>
                        <a14:foregroundMark x1="31686" y1="76109" x2="29651" y2="78911"/>
                        <a14:foregroundMark x1="15843" y1="94630" x2="70058" y2="97354"/>
                        <a14:foregroundMark x1="70058" y1="97354" x2="82994" y2="96498"/>
                        <a14:foregroundMark x1="82994" y1="96498" x2="82703" y2="96420"/>
                        <a14:foregroundMark x1="47965" y1="12062" x2="61919" y2="18054"/>
                        <a14:foregroundMark x1="50000" y1="3113" x2="56250" y2="10661"/>
                        <a14:foregroundMark x1="43314" y1="6148" x2="54506" y2="8016"/>
                        <a14:foregroundMark x1="33721" y1="1245" x2="37791" y2="1634"/>
                        <a14:foregroundMark x1="26599" y1="1167" x2="9884" y2="3035"/>
                        <a14:foregroundMark x1="9884" y1="3035" x2="6395" y2="89805"/>
                        <a14:foregroundMark x1="6395" y1="89805" x2="14971" y2="96187"/>
                        <a14:foregroundMark x1="14971" y1="96187" x2="18459" y2="95486"/>
                        <a14:foregroundMark x1="2638" y1="35253" x2="2437" y2="27900"/>
                        <a14:foregroundMark x1="2896" y1="44743" x2="2692" y2="37281"/>
                        <a14:foregroundMark x1="4070" y1="87782" x2="2974" y2="47625"/>
                        <a14:foregroundMark x1="4173" y1="11259" x2="13372" y2="3113"/>
                        <a14:foregroundMark x1="13372" y1="3113" x2="18895" y2="700"/>
                        <a14:foregroundMark x1="6686" y1="5136" x2="5959" y2="28327"/>
                        <a14:foregroundMark x1="5233" y1="4047" x2="3294" y2="11243"/>
                        <a14:foregroundMark x1="6250" y1="5058" x2="4506" y2="13074"/>
                        <a14:foregroundMark x1="4797" y1="6148" x2="2781" y2="11234"/>
                        <a14:foregroundMark x1="36337" y1="2179" x2="72093" y2="2023"/>
                        <a14:foregroundMark x1="72093" y1="2023" x2="88663" y2="8638"/>
                        <a14:foregroundMark x1="88663" y1="8638" x2="90500" y2="17715"/>
                        <a14:foregroundMark x1="87500" y1="4202" x2="89826" y2="16498"/>
                        <a14:foregroundMark x1="88081" y1="5214" x2="89535" y2="9494"/>
                        <a14:foregroundMark x1="73256" y1="856" x2="89971" y2="7315"/>
                        <a14:foregroundMark x1="89971" y1="7315" x2="92006" y2="11440"/>
                        <a14:foregroundMark x1="84448" y1="2257" x2="89826" y2="6537"/>
                        <a14:foregroundMark x1="81977" y1="1556" x2="86628" y2="2646"/>
                        <a14:foregroundMark x1="92297" y1="6693" x2="93192" y2="17528"/>
                        <a14:foregroundMark x1="90870" y1="26203" x2="90988" y2="89339"/>
                        <a14:foregroundMark x1="90863" y1="22205" x2="90864" y2="22646"/>
                        <a14:foregroundMark x1="90843" y1="11206" x2="90855" y2="17690"/>
                        <a14:foregroundMark x1="90988" y1="89339" x2="90988" y2="89339"/>
                        <a14:foregroundMark x1="91860" y1="27782" x2="92442" y2="75486"/>
                        <a14:foregroundMark x1="92442" y1="75486" x2="93169" y2="74553"/>
                        <a14:foregroundMark x1="92006" y1="47315" x2="91424" y2="90195"/>
                        <a14:foregroundMark x1="90988" y1="74630" x2="91715" y2="90195"/>
                        <a14:foregroundMark x1="91715" y1="75097" x2="91279" y2="94786"/>
                        <a14:foregroundMark x1="91279" y1="94786" x2="87870" y2="98310"/>
                        <a14:foregroundMark x1="88953" y1="94942" x2="85452" y2="97567"/>
                        <a14:foregroundMark x1="86337" y1="96965" x2="61628" y2="99844"/>
                        <a14:foregroundMark x1="61628" y1="99844" x2="61337" y2="99922"/>
                        <a14:foregroundMark x1="3924" y1="44358" x2="4215" y2="48093"/>
                        <a14:backgroundMark x1="1163" y1="11206" x2="145" y2="27860"/>
                        <a14:backgroundMark x1="2180" y1="37043" x2="2326" y2="36809"/>
                        <a14:backgroundMark x1="2035" y1="36265" x2="2471" y2="36109"/>
                        <a14:backgroundMark x1="2326" y1="36420" x2="2326" y2="36420"/>
                        <a14:backgroundMark x1="2616" y1="35253" x2="2471" y2="37276"/>
                        <a14:backgroundMark x1="93459" y1="17510" x2="94767" y2="22879"/>
                        <a14:backgroundMark x1="94041" y1="23113" x2="94767" y2="27160"/>
                        <a14:backgroundMark x1="93895" y1="22646" x2="93895" y2="24047"/>
                        <a14:backgroundMark x1="87936" y1="98599" x2="86483" y2="99533"/>
                        <a14:backgroundMark x1="88808" y1="98599" x2="87209" y2="99922"/>
                        <a14:backgroundMark x1="88517" y1="98521" x2="87355" y2="98911"/>
                        <a14:backgroundMark x1="88081" y1="98210" x2="87064" y2="99689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 rot="19800000">
            <a:off x="8160999" y="-1069712"/>
            <a:ext cx="2938073" cy="5472294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99665EA-E6A8-0E76-9B68-31278B15679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005" l="2053" r="94282">
                        <a14:foregroundMark x1="16422" y1="4451" x2="7918" y2="15042"/>
                        <a14:foregroundMark x1="7918" y1="15042" x2="7918" y2="15733"/>
                        <a14:foregroundMark x1="5865" y1="5602" x2="22581" y2="1995"/>
                        <a14:foregroundMark x1="22581" y1="1995" x2="44282" y2="1765"/>
                        <a14:foregroundMark x1="44282" y1="1765" x2="77419" y2="2302"/>
                        <a14:foregroundMark x1="77419" y1="2302" x2="91056" y2="13584"/>
                        <a14:foregroundMark x1="91056" y1="13584" x2="92815" y2="75825"/>
                        <a14:foregroundMark x1="92815" y1="75825" x2="90323" y2="91865"/>
                        <a14:foregroundMark x1="90323" y1="91865" x2="75806" y2="96546"/>
                        <a14:foregroundMark x1="75806" y1="96546" x2="15396" y2="97007"/>
                        <a14:foregroundMark x1="15396" y1="97007" x2="6305" y2="86646"/>
                        <a14:foregroundMark x1="5067" y1="24412" x2="4692" y2="5602"/>
                        <a14:foregroundMark x1="5194" y1="30843" x2="5147" y2="28466"/>
                        <a14:foregroundMark x1="6305" y1="86646" x2="5225" y2="32381"/>
                        <a14:foregroundMark x1="27126" y1="8289" x2="41349" y2="19417"/>
                        <a14:foregroundMark x1="22434" y1="9286" x2="53812" y2="5142"/>
                        <a14:foregroundMark x1="70528" y1="11665" x2="40616" y2="13431"/>
                        <a14:foregroundMark x1="40616" y1="13431" x2="31378" y2="4682"/>
                        <a14:foregroundMark x1="31378" y1="4682" x2="73460" y2="8903"/>
                        <a14:foregroundMark x1="73460" y1="8903" x2="56745" y2="17882"/>
                        <a14:foregroundMark x1="56745" y1="17882" x2="43255" y2="17114"/>
                        <a14:foregroundMark x1="13783" y1="8826" x2="35630" y2="17191"/>
                        <a14:foregroundMark x1="35630" y1="17191" x2="11584" y2="10975"/>
                        <a14:foregroundMark x1="11584" y1="10975" x2="9238" y2="14045"/>
                        <a14:foregroundMark x1="20235" y1="6216" x2="23460" y2="10744"/>
                        <a14:foregroundMark x1="61144" y1="4912" x2="80352" y2="10437"/>
                        <a14:foregroundMark x1="80792" y1="1765" x2="92375" y2="12817"/>
                        <a14:foregroundMark x1="92375" y1="12817" x2="92522" y2="13661"/>
                        <a14:foregroundMark x1="83578" y1="2686" x2="89883" y2="8519"/>
                        <a14:foregroundMark x1="86364" y1="2993" x2="90176" y2="5679"/>
                        <a14:foregroundMark x1="9238" y1="1919" x2="16129" y2="1995"/>
                        <a14:foregroundMark x1="89589" y1="6830" x2="91642" y2="10130"/>
                        <a14:foregroundMark x1="90762" y1="5909" x2="93255" y2="13814"/>
                        <a14:foregroundMark x1="7331" y1="94781" x2="31232" y2="97544"/>
                        <a14:foregroundMark x1="31232" y1="97544" x2="79179" y2="96546"/>
                        <a14:foregroundMark x1="79179" y1="96546" x2="88270" y2="87644"/>
                        <a14:foregroundMark x1="88270" y1="87644" x2="88123" y2="87567"/>
                        <a14:foregroundMark x1="73607" y1="97621" x2="28006" y2="97467"/>
                        <a14:foregroundMark x1="60557" y1="97314" x2="77859" y2="96777"/>
                        <a14:foregroundMark x1="77859" y1="96777" x2="91642" y2="86876"/>
                        <a14:foregroundMark x1="91642" y1="86876" x2="91056" y2="82809"/>
                        <a14:foregroundMark x1="88563" y1="84114" x2="89003" y2="95472"/>
                        <a14:foregroundMark x1="80059" y1="98005" x2="80938" y2="98005"/>
                        <a14:foregroundMark x1="83724" y1="97774" x2="83724" y2="97774"/>
                        <a14:foregroundMark x1="83724" y1="97698" x2="83724" y2="97698"/>
                        <a14:foregroundMark x1="93255" y1="87951" x2="93255" y2="87951"/>
                        <a14:foregroundMark x1="92815" y1="83807" x2="92815" y2="83807"/>
                        <a14:foregroundMark x1="92815" y1="83807" x2="92815" y2="83807"/>
                        <a14:foregroundMark x1="94282" y1="31696" x2="94282" y2="31696"/>
                        <a14:foregroundMark x1="3519" y1="38833" x2="3519" y2="38833"/>
                        <a14:foregroundMark x1="2199" y1="41213" x2="2199" y2="41213"/>
                        <a14:foregroundMark x1="2493" y1="39601" x2="2493" y2="39601"/>
                        <a14:foregroundMark x1="3079" y1="40752" x2="3079" y2="40752"/>
                        <a14:foregroundMark x1="3079" y1="40752" x2="3079" y2="40752"/>
                        <a14:foregroundMark x1="3079" y1="40752" x2="3079" y2="40752"/>
                        <a14:foregroundMark x1="2933" y1="37452" x2="3372" y2="43438"/>
                        <a14:foregroundMark x1="2933" y1="44282" x2="3065" y2="32437"/>
                        <a14:foregroundMark x1="2733" y1="23963" x2="2933" y2="20952"/>
                        <a14:foregroundMark x1="2271" y1="30919" x2="2428" y2="28552"/>
                        <a14:foregroundMark x1="2933" y1="19724" x2="3959" y2="10591"/>
                        <a14:foregroundMark x1="3226" y1="11665" x2="8358" y2="3147"/>
                        <a14:foregroundMark x1="8358" y1="3147" x2="22727" y2="0"/>
                        <a14:foregroundMark x1="22727" y1="0" x2="22727" y2="0"/>
                        <a14:foregroundMark x1="22434" y1="767" x2="51466" y2="230"/>
                        <a14:foregroundMark x1="51466" y1="230" x2="82258" y2="691"/>
                        <a14:foregroundMark x1="3519" y1="24328" x2="4106" y2="29087"/>
                        <a14:backgroundMark x1="2639" y1="23945" x2="2328" y2="24369"/>
                        <a14:backgroundMark x1="1906" y1="30929" x2="2053" y2="32464"/>
                      </a14:backgroundRemoval>
                    </a14:imgEffect>
                  </a14:imgLayer>
                </a14:imgProps>
              </a:ext>
            </a:extLst>
          </a:blip>
          <a:srcRect t="463"/>
          <a:stretch/>
        </p:blipFill>
        <p:spPr>
          <a:xfrm rot="19800000">
            <a:off x="10972968" y="3748812"/>
            <a:ext cx="2872217" cy="546213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3BF88ED-66C2-0172-89EA-87BBB20C3972}"/>
              </a:ext>
            </a:extLst>
          </p:cNvPr>
          <p:cNvSpPr txBox="1"/>
          <p:nvPr/>
        </p:nvSpPr>
        <p:spPr>
          <a:xfrm>
            <a:off x="1420855" y="3229772"/>
            <a:ext cx="12811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틈틈이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6C8D16-7A71-952B-1FD3-3DE7FDF1B69B}"/>
              </a:ext>
            </a:extLst>
          </p:cNvPr>
          <p:cNvSpPr txBox="1"/>
          <p:nvPr/>
        </p:nvSpPr>
        <p:spPr>
          <a:xfrm>
            <a:off x="1085829" y="3838550"/>
            <a:ext cx="19511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dirty="0" err="1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TumTumi</a:t>
            </a:r>
            <a:endParaRPr lang="ko-KR" altLang="en-US" sz="3200" dirty="0">
              <a:latin typeface="나눔바른고딕" panose="020B0603020101020101" pitchFamily="50" charset="-127"/>
              <a:ea typeface="나눔바른고딕" panose="020B0603020101020101" pitchFamily="50" charset="-127"/>
              <a:cs typeface="Pretendard Variable Medium" panose="020000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575CB3-0C08-D957-F259-2DE6E0AAA404}"/>
              </a:ext>
            </a:extLst>
          </p:cNvPr>
          <p:cNvSpPr txBox="1"/>
          <p:nvPr/>
        </p:nvSpPr>
        <p:spPr>
          <a:xfrm rot="3600000">
            <a:off x="2184255" y="2581103"/>
            <a:ext cx="5955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대학생을 위한 위치기반 네트워킹 서비스</a:t>
            </a:r>
          </a:p>
        </p:txBody>
      </p:sp>
    </p:spTree>
    <p:extLst>
      <p:ext uri="{BB962C8B-B14F-4D97-AF65-F5344CB8AC3E}">
        <p14:creationId xmlns:p14="http://schemas.microsoft.com/office/powerpoint/2010/main" val="1075808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B6B7ADB-399A-CF0E-FC34-ED92CB3A841A}"/>
              </a:ext>
            </a:extLst>
          </p:cNvPr>
          <p:cNvSpPr txBox="1"/>
          <p:nvPr/>
        </p:nvSpPr>
        <p:spPr>
          <a:xfrm>
            <a:off x="963320" y="326357"/>
            <a:ext cx="316464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 err="1">
                <a:solidFill>
                  <a:schemeClr val="bg1">
                    <a:lumMod val="85000"/>
                  </a:schemeClr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TumTumi</a:t>
            </a:r>
            <a:endParaRPr lang="ko-KR" altLang="en-US" sz="5400" dirty="0">
              <a:solidFill>
                <a:schemeClr val="bg1">
                  <a:lumMod val="85000"/>
                </a:schemeClr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 Variable Medium" panose="02000003000000020004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AB8B78D-2351-E3AC-3F90-6E1339C67116}"/>
              </a:ext>
            </a:extLst>
          </p:cNvPr>
          <p:cNvSpPr/>
          <p:nvPr/>
        </p:nvSpPr>
        <p:spPr>
          <a:xfrm>
            <a:off x="-976953" y="0"/>
            <a:ext cx="80852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1D0B00D-76DF-4A7F-73FE-ED00301172AB}"/>
              </a:ext>
            </a:extLst>
          </p:cNvPr>
          <p:cNvSpPr/>
          <p:nvPr/>
        </p:nvSpPr>
        <p:spPr>
          <a:xfrm>
            <a:off x="5877639" y="0"/>
            <a:ext cx="11278965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6C842613-F867-E205-C4D6-45FCD5F25D90}"/>
              </a:ext>
            </a:extLst>
          </p:cNvPr>
          <p:cNvSpPr/>
          <p:nvPr/>
        </p:nvSpPr>
        <p:spPr>
          <a:xfrm>
            <a:off x="-4773722" y="1666435"/>
            <a:ext cx="4393839" cy="4393839"/>
          </a:xfrm>
          <a:prstGeom prst="ellipse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 descr="만화 영화, 클립아트, 일러스트레이션, 예술이(가) 표시된 사진&#10;&#10;자동 생성된 설명">
            <a:extLst>
              <a:ext uri="{FF2B5EF4-FFF2-40B4-BE49-F238E27FC236}">
                <a16:creationId xmlns:a16="http://schemas.microsoft.com/office/drawing/2014/main" id="{6728EF2C-4521-8E3A-7D90-53B91006B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562" y="5840690"/>
            <a:ext cx="808522" cy="735235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2591C2A-BED6-FD3D-8B96-0699DB8AFD4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308" b="98154" l="6014" r="92448">
                        <a14:foregroundMark x1="23357" y1="9692" x2="20420" y2="41692"/>
                        <a14:foregroundMark x1="16503" y1="6538" x2="16503" y2="6538"/>
                        <a14:foregroundMark x1="6573" y1="8000" x2="6573" y2="8000"/>
                        <a14:foregroundMark x1="6573" y1="8077" x2="9790" y2="23462"/>
                        <a14:foregroundMark x1="8531" y1="30308" x2="6434" y2="43769"/>
                        <a14:foregroundMark x1="10210" y1="26077" x2="6294" y2="63077"/>
                        <a14:foregroundMark x1="9371" y1="90385" x2="15385" y2="98154"/>
                        <a14:foregroundMark x1="6014" y1="65462" x2="9091" y2="82231"/>
                        <a14:foregroundMark x1="7692" y1="88077" x2="10769" y2="94154"/>
                        <a14:foregroundMark x1="22517" y1="97615" x2="81678" y2="96154"/>
                        <a14:foregroundMark x1="81678" y1="96154" x2="86713" y2="78615"/>
                        <a14:foregroundMark x1="52028" y1="21308" x2="49790" y2="20385"/>
                        <a14:foregroundMark x1="25035" y1="4538" x2="38182" y2="4538"/>
                        <a14:foregroundMark x1="38182" y1="4538" x2="77902" y2="4077"/>
                        <a14:foregroundMark x1="77902" y1="4077" x2="77902" y2="4077"/>
                        <a14:foregroundMark x1="48112" y1="7000" x2="55105" y2="2846"/>
                        <a14:foregroundMark x1="13287" y1="1692" x2="22797" y2="2615"/>
                        <a14:foregroundMark x1="10769" y1="3923" x2="8811" y2="8308"/>
                        <a14:foregroundMark x1="20420" y1="1692" x2="62937" y2="1308"/>
                        <a14:foregroundMark x1="62937" y1="1308" x2="87552" y2="2692"/>
                        <a14:foregroundMark x1="86154" y1="3538" x2="89510" y2="51923"/>
                        <a14:foregroundMark x1="89510" y1="51923" x2="82098" y2="90615"/>
                        <a14:foregroundMark x1="89510" y1="81077" x2="89510" y2="81077"/>
                        <a14:foregroundMark x1="89510" y1="81077" x2="89510" y2="81077"/>
                        <a14:foregroundMark x1="89510" y1="81000" x2="89510" y2="81000"/>
                        <a14:foregroundMark x1="89510" y1="81000" x2="89510" y2="81000"/>
                        <a14:foregroundMark x1="91189" y1="62692" x2="89790" y2="84000"/>
                        <a14:foregroundMark x1="89790" y1="90308" x2="81119" y2="95615"/>
                        <a14:foregroundMark x1="88671" y1="85154" x2="89930" y2="93000"/>
                        <a14:foregroundMark x1="88252" y1="93538" x2="71888" y2="97231"/>
                        <a14:foregroundMark x1="71888" y1="97231" x2="66294" y2="96923"/>
                        <a14:foregroundMark x1="69231" y1="97615" x2="85455" y2="95462"/>
                        <a14:foregroundMark x1="85455" y1="95462" x2="87552" y2="91538"/>
                        <a14:foregroundMark x1="91608" y1="88000" x2="90070" y2="91308"/>
                        <a14:foregroundMark x1="90210" y1="60923" x2="90629" y2="54154"/>
                        <a14:foregroundMark x1="89627" y1="32505" x2="90629" y2="39462"/>
                        <a14:foregroundMark x1="85734" y1="5462" x2="88809" y2="26821"/>
                        <a14:foregroundMark x1="87413" y1="4000" x2="91544" y2="26029"/>
                        <a14:backgroundMark x1="92028" y1="29231" x2="92028" y2="29231"/>
                        <a14:backgroundMark x1="92028" y1="29615" x2="92028" y2="29615"/>
                        <a14:backgroundMark x1="92308" y1="29846" x2="92308" y2="29846"/>
                        <a14:backgroundMark x1="92587" y1="30231" x2="92587" y2="30231"/>
                        <a14:backgroundMark x1="92587" y1="28538" x2="92587" y2="28538"/>
                        <a14:backgroundMark x1="92308" y1="27769" x2="92727" y2="29462"/>
                        <a14:backgroundMark x1="92448" y1="27231" x2="92727" y2="28923"/>
                        <a14:backgroundMark x1="92587" y1="27462" x2="92168" y2="27154"/>
                        <a14:backgroundMark x1="92448" y1="26538" x2="93007" y2="28769"/>
                        <a14:backgroundMark x1="92448" y1="29538" x2="93147" y2="32231"/>
                        <a14:backgroundMark x1="92587" y1="26385" x2="92168" y2="27615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>
            <a:off x="6262345" y="-2428839"/>
            <a:ext cx="3018144" cy="54722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F586D80-7F78-F48F-FD67-7B3F05891EA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56" b="99300" l="3390" r="97599">
                        <a14:foregroundMark x1="16525" y1="5837" x2="12994" y2="27704"/>
                        <a14:foregroundMark x1="32062" y1="7237" x2="30226" y2="6148"/>
                        <a14:foregroundMark x1="14972" y1="3346" x2="84181" y2="6770"/>
                        <a14:foregroundMark x1="84181" y1="6770" x2="87288" y2="15798"/>
                        <a14:foregroundMark x1="61864" y1="1790" x2="69774" y2="1089"/>
                        <a14:foregroundMark x1="76130" y1="1556" x2="84887" y2="3268"/>
                        <a14:foregroundMark x1="87429" y1="4047" x2="90254" y2="6226"/>
                        <a14:foregroundMark x1="83757" y1="2490" x2="89689" y2="3735"/>
                        <a14:foregroundMark x1="87853" y1="4747" x2="93718" y2="14718"/>
                        <a14:foregroundMark x1="87006" y1="17276" x2="87006" y2="17276"/>
                        <a14:foregroundMark x1="90900" y1="19044" x2="93876" y2="51434"/>
                        <a14:foregroundMark x1="91828" y1="90627" x2="87448" y2="97656"/>
                        <a14:foregroundMark x1="83358" y1="97958" x2="9249" y2="89679"/>
                        <a14:foregroundMark x1="10502" y1="3053" x2="64689" y2="3813"/>
                        <a14:foregroundMark x1="27684" y1="1089" x2="62147" y2="934"/>
                        <a14:foregroundMark x1="18927" y1="2257" x2="13983" y2="6926"/>
                        <a14:foregroundMark x1="22881" y1="2412" x2="15819" y2="1634"/>
                        <a14:foregroundMark x1="16667" y1="2724" x2="7830" y2="20353"/>
                        <a14:foregroundMark x1="8365" y1="27362" x2="10876" y2="53230"/>
                        <a14:foregroundMark x1="8049" y1="24106" x2="8241" y2="26078"/>
                        <a14:foregroundMark x1="7776" y1="21291" x2="8006" y2="23655"/>
                        <a14:foregroundMark x1="6947" y1="12756" x2="7194" y2="15300"/>
                        <a14:foregroundMark x1="8376" y1="32166" x2="10593" y2="69261"/>
                        <a14:foregroundMark x1="8469" y1="64172" x2="8480" y2="64609"/>
                        <a14:foregroundMark x1="9163" y1="75262" x2="10452" y2="90039"/>
                        <a14:foregroundMark x1="10452" y1="90039" x2="23870" y2="98054"/>
                        <a14:foregroundMark x1="23870" y1="98054" x2="83821" y2="99309"/>
                        <a14:foregroundMark x1="92373" y1="54241" x2="92373" y2="57588"/>
                        <a14:foregroundMark x1="91949" y1="52451" x2="92232" y2="55642"/>
                        <a14:foregroundMark x1="92268" y1="23673" x2="91949" y2="29105"/>
                        <a14:foregroundMark x1="92866" y1="13520" x2="92794" y2="14742"/>
                        <a14:foregroundMark x1="92938" y1="12296" x2="92881" y2="13270"/>
                        <a14:foregroundMark x1="93238" y1="24031" x2="92655" y2="30428"/>
                        <a14:foregroundMark x1="6497" y1="92296" x2="8051" y2="96187"/>
                        <a14:foregroundMark x1="10028" y1="97276" x2="12853" y2="98444"/>
                        <a14:foregroundMark x1="6578" y1="47544" x2="6051" y2="49558"/>
                        <a14:foregroundMark x1="6638" y1="47315" x2="6697" y2="47090"/>
                        <a14:foregroundMark x1="6810" y1="57961" x2="7062" y2="88016"/>
                        <a14:foregroundMark x1="92674" y1="16383" x2="93787" y2="18837"/>
                        <a14:foregroundMark x1="93362" y1="15409" x2="93362" y2="15409"/>
                        <a14:foregroundMark x1="93362" y1="16342" x2="93362" y2="16342"/>
                        <a14:foregroundMark x1="93503" y1="20623" x2="93503" y2="20623"/>
                        <a14:foregroundMark x1="85169" y1="98911" x2="84746" y2="98833"/>
                        <a14:foregroundMark x1="93220" y1="92607" x2="93220" y2="92607"/>
                        <a14:foregroundMark x1="93644" y1="72374" x2="93644" y2="72374"/>
                        <a14:foregroundMark x1="93532" y1="67682" x2="93831" y2="82658"/>
                        <a14:foregroundMark x1="93220" y1="52062" x2="93491" y2="65659"/>
                        <a14:foregroundMark x1="93644" y1="84514" x2="92373" y2="89339"/>
                        <a14:foregroundMark x1="18644" y1="389" x2="18644" y2="389"/>
                        <a14:foregroundMark x1="10593" y1="2490" x2="10593" y2="2490"/>
                        <a14:foregroundMark x1="9605" y1="3191" x2="9605" y2="3191"/>
                        <a14:foregroundMark x1="10028" y1="3113" x2="10028" y2="3113"/>
                        <a14:foregroundMark x1="10028" y1="3035" x2="10028" y2="3035"/>
                        <a14:foregroundMark x1="10028" y1="3035" x2="10028" y2="3035"/>
                        <a14:foregroundMark x1="10311" y1="3035" x2="9746" y2="3268"/>
                        <a14:foregroundMark x1="10876" y1="2490" x2="8757" y2="4047"/>
                        <a14:foregroundMark x1="24435" y1="156" x2="47458" y2="156"/>
                        <a14:foregroundMark x1="6780" y1="54319" x2="7345" y2="58911"/>
                        <a14:backgroundMark x1="5226" y1="6226" x2="2260" y2="16265"/>
                        <a14:backgroundMark x1="4379" y1="3658" x2="4379" y2="3658"/>
                        <a14:backgroundMark x1="6375" y1="3191" x2="1412" y2="6926"/>
                        <a14:backgroundMark x1="6215" y1="3813" x2="7429" y2="3576"/>
                        <a14:backgroundMark x1="16622" y1="389" x2="18785" y2="78"/>
                        <a14:backgroundMark x1="15537" y1="545" x2="16622" y2="389"/>
                        <a14:backgroundMark x1="4520" y1="15253" x2="4096" y2="22568"/>
                        <a14:backgroundMark x1="4379" y1="23813" x2="4379" y2="23813"/>
                        <a14:backgroundMark x1="4379" y1="24047" x2="4379" y2="24047"/>
                        <a14:backgroundMark x1="2825" y1="23346" x2="5508" y2="27860"/>
                        <a14:backgroundMark x1="3814" y1="22412" x2="4661" y2="24514"/>
                        <a14:backgroundMark x1="4520" y1="26304" x2="4802" y2="32218"/>
                        <a14:backgroundMark x1="4661" y1="35798" x2="4520" y2="36187"/>
                        <a14:backgroundMark x1="3390" y1="33463" x2="4520" y2="34241"/>
                        <a14:backgroundMark x1="4096" y1="32996" x2="4802" y2="36265"/>
                        <a14:backgroundMark x1="4802" y1="36265" x2="4379" y2="41556"/>
                        <a14:backgroundMark x1="1836" y1="29883" x2="3531" y2="44591"/>
                        <a14:backgroundMark x1="4802" y1="42101" x2="5179" y2="47200"/>
                        <a14:backgroundMark x1="5627" y1="88019" x2="5650" y2="90039"/>
                        <a14:backgroundMark x1="3249" y1="70195" x2="3315" y2="70903"/>
                        <a14:backgroundMark x1="95331" y1="52049" x2="95339" y2="49883"/>
                        <a14:backgroundMark x1="93927" y1="51440" x2="93695" y2="52059"/>
                        <a14:backgroundMark x1="86441" y1="98911" x2="93927" y2="99844"/>
                        <a14:backgroundMark x1="95339" y1="92140" x2="95360" y2="89576"/>
                        <a14:backgroundMark x1="97419" y1="81910" x2="98446" y2="85681"/>
                        <a14:backgroundMark x1="94915" y1="89541" x2="94915" y2="91518"/>
                        <a14:backgroundMark x1="85451" y1="99568" x2="84322" y2="99689"/>
                        <a14:backgroundMark x1="89407" y1="99144" x2="85767" y2="99534"/>
                        <a14:backgroundMark x1="4616" y1="54400" x2="5508" y2="49339"/>
                        <a14:backgroundMark x1="5508" y1="49572" x2="5910" y2="54351"/>
                        <a14:backgroundMark x1="94560" y1="20623" x2="94492" y2="20311"/>
                        <a14:backgroundMark x1="94915" y1="22257" x2="94560" y2="20623"/>
                        <a14:backgroundMark x1="95295" y1="20623" x2="95621" y2="21790"/>
                        <a14:backgroundMark x1="94774" y1="18755" x2="95295" y2="20623"/>
                        <a14:backgroundMark x1="94915" y1="21946" x2="95904" y2="23346"/>
                        <a14:backgroundMark x1="95904" y1="22023" x2="96045" y2="23969"/>
                        <a14:backgroundMark x1="94068" y1="19222" x2="94068" y2="18988"/>
                        <a14:backgroundMark x1="94128" y1="15409" x2="94209" y2="16342"/>
                        <a14:backgroundMark x1="94068" y1="14708" x2="94128" y2="15409"/>
                        <a14:backgroundMark x1="94492" y1="66848" x2="94068" y2="66693"/>
                        <a14:backgroundMark x1="94492" y1="66226" x2="94915" y2="67549"/>
                        <a14:backgroundMark x1="95339" y1="65759" x2="95904" y2="67004"/>
                        <a14:backgroundMark x1="95264" y1="89568" x2="95480" y2="90817"/>
                        <a14:backgroundMark x1="94068" y1="82646" x2="94401" y2="84574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>
            <a:off x="6262345" y="3213749"/>
            <a:ext cx="3023482" cy="54722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852C1A5-7474-B5E7-8190-47A5ECCA57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623" b="99922" l="1599" r="93750">
                        <a14:foregroundMark x1="8721" y1="5370" x2="11628" y2="92840"/>
                        <a14:foregroundMark x1="11628" y1="92840" x2="26308" y2="96887"/>
                        <a14:foregroundMark x1="26308" y1="96887" x2="61628" y2="97510"/>
                        <a14:foregroundMark x1="61628" y1="97510" x2="81977" y2="96498"/>
                        <a14:foregroundMark x1="81977" y1="96498" x2="82849" y2="13152"/>
                        <a14:foregroundMark x1="82849" y1="13152" x2="79651" y2="4436"/>
                        <a14:foregroundMark x1="79651" y1="4436" x2="8866" y2="5681"/>
                        <a14:foregroundMark x1="13372" y1="19300" x2="27907" y2="26459"/>
                        <a14:foregroundMark x1="26599" y1="11907" x2="39680" y2="14942"/>
                        <a14:foregroundMark x1="33430" y1="11518" x2="27762" y2="13307"/>
                        <a14:foregroundMark x1="30669" y1="9339" x2="42878" y2="14086"/>
                        <a14:foregroundMark x1="53634" y1="48249" x2="70349" y2="67860"/>
                        <a14:foregroundMark x1="64680" y1="60311" x2="74855" y2="67704"/>
                        <a14:foregroundMark x1="22093" y1="43191" x2="23547" y2="62257"/>
                        <a14:foregroundMark x1="20058" y1="42802" x2="16860" y2="54786"/>
                        <a14:foregroundMark x1="18169" y1="41946" x2="18605" y2="70117"/>
                        <a14:foregroundMark x1="19041" y1="76809" x2="30959" y2="86848"/>
                        <a14:foregroundMark x1="16715" y1="80700" x2="24128" y2="87549"/>
                        <a14:foregroundMark x1="17587" y1="79066" x2="40988" y2="76265"/>
                        <a14:foregroundMark x1="40988" y1="76265" x2="36337" y2="84903"/>
                        <a14:foregroundMark x1="36337" y1="84903" x2="36773" y2="85292"/>
                        <a14:foregroundMark x1="27471" y1="73307" x2="35756" y2="82802"/>
                        <a14:foregroundMark x1="25581" y1="70428" x2="41424" y2="70739"/>
                        <a14:foregroundMark x1="41424" y1="70739" x2="31686" y2="76109"/>
                        <a14:foregroundMark x1="31686" y1="76109" x2="29651" y2="78911"/>
                        <a14:foregroundMark x1="15843" y1="94630" x2="70058" y2="97354"/>
                        <a14:foregroundMark x1="70058" y1="97354" x2="82994" y2="96498"/>
                        <a14:foregroundMark x1="82994" y1="96498" x2="82703" y2="96420"/>
                        <a14:foregroundMark x1="47965" y1="12062" x2="61919" y2="18054"/>
                        <a14:foregroundMark x1="50000" y1="3113" x2="56250" y2="10661"/>
                        <a14:foregroundMark x1="43314" y1="6148" x2="54506" y2="8016"/>
                        <a14:foregroundMark x1="33721" y1="1245" x2="37791" y2="1634"/>
                        <a14:foregroundMark x1="26599" y1="1167" x2="9884" y2="3035"/>
                        <a14:foregroundMark x1="9884" y1="3035" x2="6395" y2="89805"/>
                        <a14:foregroundMark x1="6395" y1="89805" x2="14971" y2="96187"/>
                        <a14:foregroundMark x1="14971" y1="96187" x2="18459" y2="95486"/>
                        <a14:foregroundMark x1="2638" y1="35253" x2="2437" y2="27900"/>
                        <a14:foregroundMark x1="2896" y1="44743" x2="2692" y2="37281"/>
                        <a14:foregroundMark x1="4070" y1="87782" x2="2974" y2="47625"/>
                        <a14:foregroundMark x1="4173" y1="11259" x2="13372" y2="3113"/>
                        <a14:foregroundMark x1="13372" y1="3113" x2="18895" y2="700"/>
                        <a14:foregroundMark x1="6686" y1="5136" x2="5959" y2="28327"/>
                        <a14:foregroundMark x1="5233" y1="4047" x2="3294" y2="11243"/>
                        <a14:foregroundMark x1="6250" y1="5058" x2="4506" y2="13074"/>
                        <a14:foregroundMark x1="4797" y1="6148" x2="2781" y2="11234"/>
                        <a14:foregroundMark x1="36337" y1="2179" x2="72093" y2="2023"/>
                        <a14:foregroundMark x1="72093" y1="2023" x2="88663" y2="8638"/>
                        <a14:foregroundMark x1="88663" y1="8638" x2="90500" y2="17715"/>
                        <a14:foregroundMark x1="87500" y1="4202" x2="89826" y2="16498"/>
                        <a14:foregroundMark x1="88081" y1="5214" x2="89535" y2="9494"/>
                        <a14:foregroundMark x1="73256" y1="856" x2="89971" y2="7315"/>
                        <a14:foregroundMark x1="89971" y1="7315" x2="92006" y2="11440"/>
                        <a14:foregroundMark x1="84448" y1="2257" x2="89826" y2="6537"/>
                        <a14:foregroundMark x1="81977" y1="1556" x2="86628" y2="2646"/>
                        <a14:foregroundMark x1="92297" y1="6693" x2="93192" y2="17528"/>
                        <a14:foregroundMark x1="90870" y1="26203" x2="90988" y2="89339"/>
                        <a14:foregroundMark x1="90863" y1="22205" x2="90864" y2="22646"/>
                        <a14:foregroundMark x1="90843" y1="11206" x2="90855" y2="17690"/>
                        <a14:foregroundMark x1="90988" y1="89339" x2="90988" y2="89339"/>
                        <a14:foregroundMark x1="91860" y1="27782" x2="92442" y2="75486"/>
                        <a14:foregroundMark x1="92442" y1="75486" x2="93169" y2="74553"/>
                        <a14:foregroundMark x1="92006" y1="47315" x2="91424" y2="90195"/>
                        <a14:foregroundMark x1="90988" y1="74630" x2="91715" y2="90195"/>
                        <a14:foregroundMark x1="91715" y1="75097" x2="91279" y2="94786"/>
                        <a14:foregroundMark x1="91279" y1="94786" x2="87870" y2="98310"/>
                        <a14:foregroundMark x1="88953" y1="94942" x2="85452" y2="97567"/>
                        <a14:foregroundMark x1="86337" y1="96965" x2="61628" y2="99844"/>
                        <a14:foregroundMark x1="61628" y1="99844" x2="61337" y2="99922"/>
                        <a14:foregroundMark x1="3924" y1="44358" x2="4215" y2="48093"/>
                        <a14:backgroundMark x1="1163" y1="11206" x2="145" y2="27860"/>
                        <a14:backgroundMark x1="2180" y1="37043" x2="2326" y2="36809"/>
                        <a14:backgroundMark x1="2035" y1="36265" x2="2471" y2="36109"/>
                        <a14:backgroundMark x1="2326" y1="36420" x2="2326" y2="36420"/>
                        <a14:backgroundMark x1="2616" y1="35253" x2="2471" y2="37276"/>
                        <a14:backgroundMark x1="93459" y1="17510" x2="94767" y2="22879"/>
                        <a14:backgroundMark x1="94041" y1="23113" x2="94767" y2="27160"/>
                        <a14:backgroundMark x1="93895" y1="22646" x2="93895" y2="24047"/>
                        <a14:backgroundMark x1="87936" y1="98599" x2="86483" y2="99533"/>
                        <a14:backgroundMark x1="88808" y1="98599" x2="87209" y2="99922"/>
                        <a14:backgroundMark x1="88517" y1="98521" x2="87355" y2="98911"/>
                        <a14:backgroundMark x1="88081" y1="98210" x2="87064" y2="99689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>
            <a:off x="9110733" y="-3159710"/>
            <a:ext cx="2938073" cy="547229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99665EA-E6A8-0E76-9B68-31278B15679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0" b="98005" l="2053" r="94282">
                        <a14:foregroundMark x1="16422" y1="4451" x2="7918" y2="15042"/>
                        <a14:foregroundMark x1="7918" y1="15042" x2="7918" y2="15733"/>
                        <a14:foregroundMark x1="5865" y1="5602" x2="22581" y2="1995"/>
                        <a14:foregroundMark x1="22581" y1="1995" x2="44282" y2="1765"/>
                        <a14:foregroundMark x1="44282" y1="1765" x2="77419" y2="2302"/>
                        <a14:foregroundMark x1="77419" y1="2302" x2="91056" y2="13584"/>
                        <a14:foregroundMark x1="91056" y1="13584" x2="92815" y2="75825"/>
                        <a14:foregroundMark x1="92815" y1="75825" x2="90323" y2="91865"/>
                        <a14:foregroundMark x1="90323" y1="91865" x2="75806" y2="96546"/>
                        <a14:foregroundMark x1="75806" y1="96546" x2="15396" y2="97007"/>
                        <a14:foregroundMark x1="15396" y1="97007" x2="6305" y2="86646"/>
                        <a14:foregroundMark x1="5067" y1="24412" x2="4692" y2="5602"/>
                        <a14:foregroundMark x1="5194" y1="30843" x2="5147" y2="28466"/>
                        <a14:foregroundMark x1="6305" y1="86646" x2="5225" y2="32381"/>
                        <a14:foregroundMark x1="27126" y1="8289" x2="41349" y2="19417"/>
                        <a14:foregroundMark x1="22434" y1="9286" x2="53812" y2="5142"/>
                        <a14:foregroundMark x1="70528" y1="11665" x2="40616" y2="13431"/>
                        <a14:foregroundMark x1="40616" y1="13431" x2="31378" y2="4682"/>
                        <a14:foregroundMark x1="31378" y1="4682" x2="73460" y2="8903"/>
                        <a14:foregroundMark x1="73460" y1="8903" x2="56745" y2="17882"/>
                        <a14:foregroundMark x1="56745" y1="17882" x2="43255" y2="17114"/>
                        <a14:foregroundMark x1="13783" y1="8826" x2="35630" y2="17191"/>
                        <a14:foregroundMark x1="35630" y1="17191" x2="11584" y2="10975"/>
                        <a14:foregroundMark x1="11584" y1="10975" x2="9238" y2="14045"/>
                        <a14:foregroundMark x1="20235" y1="6216" x2="23460" y2="10744"/>
                        <a14:foregroundMark x1="61144" y1="4912" x2="80352" y2="10437"/>
                        <a14:foregroundMark x1="80792" y1="1765" x2="92375" y2="12817"/>
                        <a14:foregroundMark x1="92375" y1="12817" x2="92522" y2="13661"/>
                        <a14:foregroundMark x1="83578" y1="2686" x2="89883" y2="8519"/>
                        <a14:foregroundMark x1="86364" y1="2993" x2="90176" y2="5679"/>
                        <a14:foregroundMark x1="9238" y1="1919" x2="16129" y2="1995"/>
                        <a14:foregroundMark x1="89589" y1="6830" x2="91642" y2="10130"/>
                        <a14:foregroundMark x1="90762" y1="5909" x2="93255" y2="13814"/>
                        <a14:foregroundMark x1="7331" y1="94781" x2="31232" y2="97544"/>
                        <a14:foregroundMark x1="31232" y1="97544" x2="79179" y2="96546"/>
                        <a14:foregroundMark x1="79179" y1="96546" x2="88270" y2="87644"/>
                        <a14:foregroundMark x1="88270" y1="87644" x2="88123" y2="87567"/>
                        <a14:foregroundMark x1="73607" y1="97621" x2="28006" y2="97467"/>
                        <a14:foregroundMark x1="60557" y1="97314" x2="77859" y2="96777"/>
                        <a14:foregroundMark x1="77859" y1="96777" x2="91642" y2="86876"/>
                        <a14:foregroundMark x1="91642" y1="86876" x2="91056" y2="82809"/>
                        <a14:foregroundMark x1="88563" y1="84114" x2="89003" y2="95472"/>
                        <a14:foregroundMark x1="80059" y1="98005" x2="80938" y2="98005"/>
                        <a14:foregroundMark x1="83724" y1="97774" x2="83724" y2="97774"/>
                        <a14:foregroundMark x1="83724" y1="97698" x2="83724" y2="97698"/>
                        <a14:foregroundMark x1="93255" y1="87951" x2="93255" y2="87951"/>
                        <a14:foregroundMark x1="92815" y1="83807" x2="92815" y2="83807"/>
                        <a14:foregroundMark x1="92815" y1="83807" x2="92815" y2="83807"/>
                        <a14:foregroundMark x1="94282" y1="31696" x2="94282" y2="31696"/>
                        <a14:foregroundMark x1="3519" y1="38833" x2="3519" y2="38833"/>
                        <a14:foregroundMark x1="2199" y1="41213" x2="2199" y2="41213"/>
                        <a14:foregroundMark x1="2493" y1="39601" x2="2493" y2="39601"/>
                        <a14:foregroundMark x1="3079" y1="40752" x2="3079" y2="40752"/>
                        <a14:foregroundMark x1="3079" y1="40752" x2="3079" y2="40752"/>
                        <a14:foregroundMark x1="3079" y1="40752" x2="3079" y2="40752"/>
                        <a14:foregroundMark x1="2933" y1="37452" x2="3372" y2="43438"/>
                        <a14:foregroundMark x1="2933" y1="44282" x2="3065" y2="32437"/>
                        <a14:foregroundMark x1="2733" y1="23963" x2="2933" y2="20952"/>
                        <a14:foregroundMark x1="2271" y1="30919" x2="2428" y2="28552"/>
                        <a14:foregroundMark x1="2933" y1="19724" x2="3959" y2="10591"/>
                        <a14:foregroundMark x1="3226" y1="11665" x2="8358" y2="3147"/>
                        <a14:foregroundMark x1="8358" y1="3147" x2="22727" y2="0"/>
                        <a14:foregroundMark x1="22727" y1="0" x2="22727" y2="0"/>
                        <a14:foregroundMark x1="22434" y1="767" x2="51466" y2="230"/>
                        <a14:foregroundMark x1="51466" y1="230" x2="82258" y2="691"/>
                        <a14:foregroundMark x1="3519" y1="24328" x2="4106" y2="29087"/>
                        <a14:backgroundMark x1="2639" y1="23945" x2="2328" y2="24369"/>
                        <a14:backgroundMark x1="1906" y1="30929" x2="2053" y2="32464"/>
                      </a14:backgroundRemoval>
                    </a14:imgEffect>
                  </a14:imgLayer>
                </a14:imgProps>
              </a:ext>
            </a:extLst>
          </a:blip>
          <a:srcRect t="463"/>
          <a:stretch/>
        </p:blipFill>
        <p:spPr>
          <a:xfrm>
            <a:off x="9176589" y="2482879"/>
            <a:ext cx="2872217" cy="5462130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8A91911-DF07-261E-4891-4473ADAC7520}"/>
              </a:ext>
            </a:extLst>
          </p:cNvPr>
          <p:cNvSpPr/>
          <p:nvPr/>
        </p:nvSpPr>
        <p:spPr>
          <a:xfrm>
            <a:off x="0" y="0"/>
            <a:ext cx="808522" cy="6858000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06011E-B12C-0549-19CE-CB13A02570B1}"/>
              </a:ext>
            </a:extLst>
          </p:cNvPr>
          <p:cNvSpPr txBox="1"/>
          <p:nvPr/>
        </p:nvSpPr>
        <p:spPr>
          <a:xfrm>
            <a:off x="933084" y="698500"/>
            <a:ext cx="22188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5400" dirty="0">
                <a:latin typeface="태백체" pitchFamily="50" charset="-127"/>
                <a:ea typeface="태백체" pitchFamily="50" charset="-127"/>
                <a:cs typeface="Pretendard Variable Black" panose="02000003000000020004" pitchFamily="2" charset="-127"/>
              </a:rPr>
              <a:t>틈틈이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95C72D-4916-7FA7-6119-6F13853A1930}"/>
              </a:ext>
            </a:extLst>
          </p:cNvPr>
          <p:cNvSpPr txBox="1"/>
          <p:nvPr/>
        </p:nvSpPr>
        <p:spPr>
          <a:xfrm>
            <a:off x="933084" y="1993973"/>
            <a:ext cx="3720890" cy="2985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6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틈틈이는</a:t>
            </a: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 대학생들이 공강시간을</a:t>
            </a:r>
            <a:endParaRPr lang="en-US" altLang="ko-KR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ExtraLight" panose="020000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보다 특별하게 보낼 수 있도록</a:t>
            </a:r>
            <a:endParaRPr lang="en-US" altLang="ko-KR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ExtraLight" panose="020000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실시간 소셜 네트워킹 서비스를 제공합니다</a:t>
            </a:r>
            <a:r>
              <a:rPr lang="en-US" altLang="ko-KR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.</a:t>
            </a:r>
          </a:p>
          <a:p>
            <a:pPr>
              <a:lnSpc>
                <a:spcPct val="200000"/>
              </a:lnSpc>
            </a:pPr>
            <a:endParaRPr lang="en-US" altLang="ko-KR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ExtraLight" panose="020000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틈틈이는</a:t>
            </a: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 따분한 일상에서 벗어나</a:t>
            </a:r>
            <a:endParaRPr lang="en-US" altLang="ko-KR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ExtraLight" panose="02000003000000020004" pitchFamily="2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기존에 없던 새로운 경험을 선사합니다</a:t>
            </a:r>
            <a:r>
              <a:rPr lang="en-US" altLang="ko-KR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ExtraLight" panose="02000003000000020004" pitchFamily="2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1418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D00A63A-8FF6-2F24-B47C-EE2D211793D6}"/>
              </a:ext>
            </a:extLst>
          </p:cNvPr>
          <p:cNvSpPr/>
          <p:nvPr/>
        </p:nvSpPr>
        <p:spPr>
          <a:xfrm>
            <a:off x="5619550" y="0"/>
            <a:ext cx="952901" cy="6858000"/>
          </a:xfrm>
          <a:prstGeom prst="rect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F44DEDB-2477-C5DA-B259-B1DF7DC3D051}"/>
              </a:ext>
            </a:extLst>
          </p:cNvPr>
          <p:cNvSpPr/>
          <p:nvPr/>
        </p:nvSpPr>
        <p:spPr>
          <a:xfrm>
            <a:off x="0" y="0"/>
            <a:ext cx="80852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50DFFF-DD45-BC50-5119-E8858F6F123C}"/>
              </a:ext>
            </a:extLst>
          </p:cNvPr>
          <p:cNvSpPr/>
          <p:nvPr/>
        </p:nvSpPr>
        <p:spPr>
          <a:xfrm>
            <a:off x="11405937" y="0"/>
            <a:ext cx="808522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D5E5F5-F87D-E9A8-3D71-747E0E1B2E48}"/>
              </a:ext>
            </a:extLst>
          </p:cNvPr>
          <p:cNvSpPr txBox="1"/>
          <p:nvPr/>
        </p:nvSpPr>
        <p:spPr>
          <a:xfrm>
            <a:off x="3139217" y="1184301"/>
            <a:ext cx="1069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ExtraBold" panose="02000003000000020004" pitchFamily="2" charset="-127"/>
              </a:rPr>
              <a:t>프로필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DD5846-6053-369B-EA14-B30113E6CB1E}"/>
              </a:ext>
            </a:extLst>
          </p:cNvPr>
          <p:cNvSpPr txBox="1"/>
          <p:nvPr/>
        </p:nvSpPr>
        <p:spPr>
          <a:xfrm>
            <a:off x="1441638" y="1779033"/>
            <a:ext cx="27671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자신의 카테고리 및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pPr algn="r"/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상태 설정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, 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친구 목록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등 확인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8F9628-05F2-D30C-66AD-489D56318BB6}"/>
              </a:ext>
            </a:extLst>
          </p:cNvPr>
          <p:cNvSpPr txBox="1"/>
          <p:nvPr/>
        </p:nvSpPr>
        <p:spPr>
          <a:xfrm>
            <a:off x="3434171" y="3526057"/>
            <a:ext cx="774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4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ExtraBold" panose="02000003000000020004" pitchFamily="2" charset="-127"/>
              </a:rPr>
              <a:t>스팟</a:t>
            </a:r>
            <a:endParaRPr lang="ko-KR" altLang="en-US" sz="2400" dirty="0"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Pretendard Variable ExtraBold" panose="020000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1C605B-CCA1-7F24-C439-3FFE02A699C0}"/>
              </a:ext>
            </a:extLst>
          </p:cNvPr>
          <p:cNvSpPr txBox="1"/>
          <p:nvPr/>
        </p:nvSpPr>
        <p:spPr>
          <a:xfrm>
            <a:off x="1818343" y="4120789"/>
            <a:ext cx="23903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일정 시간동안 진행되는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pPr algn="r"/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다양한 형태의 번개 모임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225661-7DF5-4BA5-6CBD-1AA8D1940D60}"/>
              </a:ext>
            </a:extLst>
          </p:cNvPr>
          <p:cNvSpPr txBox="1"/>
          <p:nvPr/>
        </p:nvSpPr>
        <p:spPr>
          <a:xfrm>
            <a:off x="7983259" y="1184301"/>
            <a:ext cx="13644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ExtraBold" panose="02000003000000020004" pitchFamily="2" charset="-127"/>
              </a:rPr>
              <a:t>카테고리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53F30A-3603-540A-E5B7-C2C23F56040F}"/>
              </a:ext>
            </a:extLst>
          </p:cNvPr>
          <p:cNvSpPr txBox="1"/>
          <p:nvPr/>
        </p:nvSpPr>
        <p:spPr>
          <a:xfrm>
            <a:off x="7983259" y="1779033"/>
            <a:ext cx="32111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공강시간에 시간에 경험하고 싶은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카테고리 표시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FCBD21-5D31-E78C-7917-82975DD392FA}"/>
              </a:ext>
            </a:extLst>
          </p:cNvPr>
          <p:cNvSpPr txBox="1"/>
          <p:nvPr/>
        </p:nvSpPr>
        <p:spPr>
          <a:xfrm>
            <a:off x="7983259" y="3526057"/>
            <a:ext cx="14558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ExtraBold" panose="02000003000000020004" pitchFamily="2" charset="-127"/>
              </a:rPr>
              <a:t>틈틈</a:t>
            </a:r>
            <a:r>
              <a:rPr lang="ko-KR" altLang="en-US" sz="24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ExtraBold" panose="02000003000000020004" pitchFamily="2" charset="-127"/>
              </a:rPr>
              <a:t> 크루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2DE427-39CF-B4C8-CBC5-8CFF4B34C155}"/>
              </a:ext>
            </a:extLst>
          </p:cNvPr>
          <p:cNvSpPr txBox="1"/>
          <p:nvPr/>
        </p:nvSpPr>
        <p:spPr>
          <a:xfrm>
            <a:off x="7983259" y="4120789"/>
            <a:ext cx="36904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친구들의 프로필이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지도에 표시됩니다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.</a:t>
            </a:r>
          </a:p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같은 카테고리의 친구를 찾아 공강을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함께 보내세요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714777B-F014-06F6-1519-A5031D6032C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23" b="99922" l="1599" r="93750">
                        <a14:foregroundMark x1="8721" y1="5370" x2="11628" y2="92840"/>
                        <a14:foregroundMark x1="11628" y1="92840" x2="26308" y2="96887"/>
                        <a14:foregroundMark x1="26308" y1="96887" x2="61628" y2="97510"/>
                        <a14:foregroundMark x1="61628" y1="97510" x2="81977" y2="96498"/>
                        <a14:foregroundMark x1="81977" y1="96498" x2="82849" y2="13152"/>
                        <a14:foregroundMark x1="82849" y1="13152" x2="79651" y2="4436"/>
                        <a14:foregroundMark x1="79651" y1="4436" x2="8866" y2="5681"/>
                        <a14:foregroundMark x1="13372" y1="19300" x2="27907" y2="26459"/>
                        <a14:foregroundMark x1="26599" y1="11907" x2="39680" y2="14942"/>
                        <a14:foregroundMark x1="33430" y1="11518" x2="27762" y2="13307"/>
                        <a14:foregroundMark x1="30669" y1="9339" x2="42878" y2="14086"/>
                        <a14:foregroundMark x1="53634" y1="48249" x2="70349" y2="67860"/>
                        <a14:foregroundMark x1="64680" y1="60311" x2="74855" y2="67704"/>
                        <a14:foregroundMark x1="22093" y1="43191" x2="23547" y2="62257"/>
                        <a14:foregroundMark x1="20058" y1="42802" x2="16860" y2="54786"/>
                        <a14:foregroundMark x1="18169" y1="41946" x2="18605" y2="70117"/>
                        <a14:foregroundMark x1="19041" y1="76809" x2="30959" y2="86848"/>
                        <a14:foregroundMark x1="16715" y1="80700" x2="24128" y2="87549"/>
                        <a14:foregroundMark x1="17587" y1="79066" x2="40988" y2="76265"/>
                        <a14:foregroundMark x1="40988" y1="76265" x2="36337" y2="84903"/>
                        <a14:foregroundMark x1="36337" y1="84903" x2="36773" y2="85292"/>
                        <a14:foregroundMark x1="27471" y1="73307" x2="35756" y2="82802"/>
                        <a14:foregroundMark x1="25581" y1="70428" x2="41424" y2="70739"/>
                        <a14:foregroundMark x1="41424" y1="70739" x2="31686" y2="76109"/>
                        <a14:foregroundMark x1="31686" y1="76109" x2="29651" y2="78911"/>
                        <a14:foregroundMark x1="15843" y1="94630" x2="70058" y2="97354"/>
                        <a14:foregroundMark x1="70058" y1="97354" x2="82994" y2="96498"/>
                        <a14:foregroundMark x1="82994" y1="96498" x2="82703" y2="96420"/>
                        <a14:foregroundMark x1="47965" y1="12062" x2="61919" y2="18054"/>
                        <a14:foregroundMark x1="50000" y1="3113" x2="56250" y2="10661"/>
                        <a14:foregroundMark x1="43314" y1="6148" x2="54506" y2="8016"/>
                        <a14:foregroundMark x1="33721" y1="1245" x2="37791" y2="1634"/>
                        <a14:foregroundMark x1="26599" y1="1167" x2="9884" y2="3035"/>
                        <a14:foregroundMark x1="9884" y1="3035" x2="6395" y2="89805"/>
                        <a14:foregroundMark x1="6395" y1="89805" x2="14971" y2="96187"/>
                        <a14:foregroundMark x1="14971" y1="96187" x2="18459" y2="95486"/>
                        <a14:foregroundMark x1="2638" y1="35253" x2="2437" y2="27900"/>
                        <a14:foregroundMark x1="2896" y1="44743" x2="2692" y2="37281"/>
                        <a14:foregroundMark x1="4070" y1="87782" x2="2974" y2="47625"/>
                        <a14:foregroundMark x1="4173" y1="11259" x2="13372" y2="3113"/>
                        <a14:foregroundMark x1="13372" y1="3113" x2="18895" y2="700"/>
                        <a14:foregroundMark x1="6686" y1="5136" x2="5959" y2="28327"/>
                        <a14:foregroundMark x1="5233" y1="4047" x2="3294" y2="11243"/>
                        <a14:foregroundMark x1="6250" y1="5058" x2="4506" y2="13074"/>
                        <a14:foregroundMark x1="4797" y1="6148" x2="2781" y2="11234"/>
                        <a14:foregroundMark x1="36337" y1="2179" x2="72093" y2="2023"/>
                        <a14:foregroundMark x1="72093" y1="2023" x2="88663" y2="8638"/>
                        <a14:foregroundMark x1="88663" y1="8638" x2="90500" y2="17715"/>
                        <a14:foregroundMark x1="87500" y1="4202" x2="89826" y2="16498"/>
                        <a14:foregroundMark x1="88081" y1="5214" x2="89535" y2="9494"/>
                        <a14:foregroundMark x1="73256" y1="856" x2="89971" y2="7315"/>
                        <a14:foregroundMark x1="89971" y1="7315" x2="92006" y2="11440"/>
                        <a14:foregroundMark x1="84448" y1="2257" x2="89826" y2="6537"/>
                        <a14:foregroundMark x1="81977" y1="1556" x2="86628" y2="2646"/>
                        <a14:foregroundMark x1="92297" y1="6693" x2="93192" y2="17528"/>
                        <a14:foregroundMark x1="90870" y1="26203" x2="90988" y2="89339"/>
                        <a14:foregroundMark x1="90863" y1="22205" x2="90864" y2="22646"/>
                        <a14:foregroundMark x1="90843" y1="11206" x2="90855" y2="17690"/>
                        <a14:foregroundMark x1="90988" y1="89339" x2="90988" y2="89339"/>
                        <a14:foregroundMark x1="91860" y1="27782" x2="92442" y2="75486"/>
                        <a14:foregroundMark x1="92442" y1="75486" x2="93169" y2="74553"/>
                        <a14:foregroundMark x1="92006" y1="47315" x2="91424" y2="90195"/>
                        <a14:foregroundMark x1="90988" y1="74630" x2="91715" y2="90195"/>
                        <a14:foregroundMark x1="91715" y1="75097" x2="91279" y2="94786"/>
                        <a14:foregroundMark x1="91279" y1="94786" x2="87870" y2="98310"/>
                        <a14:foregroundMark x1="88953" y1="94942" x2="85452" y2="97567"/>
                        <a14:foregroundMark x1="86337" y1="96965" x2="61628" y2="99844"/>
                        <a14:foregroundMark x1="61628" y1="99844" x2="61337" y2="99922"/>
                        <a14:foregroundMark x1="3924" y1="44358" x2="4215" y2="48093"/>
                        <a14:backgroundMark x1="1163" y1="11206" x2="145" y2="27860"/>
                        <a14:backgroundMark x1="2180" y1="37043" x2="2326" y2="36809"/>
                        <a14:backgroundMark x1="2035" y1="36265" x2="2471" y2="36109"/>
                        <a14:backgroundMark x1="2326" y1="36420" x2="2326" y2="36420"/>
                        <a14:backgroundMark x1="2616" y1="35253" x2="2471" y2="37276"/>
                        <a14:backgroundMark x1="93459" y1="17510" x2="94767" y2="22879"/>
                        <a14:backgroundMark x1="94041" y1="23113" x2="94767" y2="27160"/>
                        <a14:backgroundMark x1="93895" y1="22646" x2="93895" y2="24047"/>
                        <a14:backgroundMark x1="87936" y1="98599" x2="86483" y2="99533"/>
                        <a14:backgroundMark x1="88808" y1="98599" x2="87209" y2="99922"/>
                        <a14:backgroundMark x1="88517" y1="98521" x2="87355" y2="98911"/>
                        <a14:backgroundMark x1="88081" y1="98210" x2="87064" y2="99689"/>
                      </a14:backgroundRemoval>
                    </a14:imgEffect>
                  </a14:imgLayer>
                </a14:imgProps>
              </a:ext>
            </a:extLst>
          </a:blip>
          <a:srcRect t="278" b="1"/>
          <a:stretch/>
        </p:blipFill>
        <p:spPr>
          <a:xfrm>
            <a:off x="4626964" y="692853"/>
            <a:ext cx="2938073" cy="5472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58722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30E10C-D970-56F7-C15D-46AEF318D6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67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663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3A31-9E0A-B057-34BD-6EAD65582D86}"/>
              </a:ext>
            </a:extLst>
          </p:cNvPr>
          <p:cNvSpPr txBox="1"/>
          <p:nvPr/>
        </p:nvSpPr>
        <p:spPr>
          <a:xfrm>
            <a:off x="495612" y="693019"/>
            <a:ext cx="29193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Pretendard Variable Black" panose="02000003000000020004" pitchFamily="2" charset="-127"/>
                <a:ea typeface="Pretendard Variable Black" panose="02000003000000020004" pitchFamily="2" charset="-127"/>
                <a:cs typeface="Pretendard Variable Black" panose="02000003000000020004" pitchFamily="2" charset="-127"/>
              </a:rPr>
              <a:t>#1. </a:t>
            </a:r>
            <a:r>
              <a:rPr lang="ko-KR" altLang="en-US" sz="48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프로필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37083-8BB7-AF12-9656-313942E39942}"/>
              </a:ext>
            </a:extLst>
          </p:cNvPr>
          <p:cNvSpPr txBox="1"/>
          <p:nvPr/>
        </p:nvSpPr>
        <p:spPr>
          <a:xfrm>
            <a:off x="495612" y="1459062"/>
            <a:ext cx="60356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자신의 희망 카테고리와 현재 상태를 공유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E619DD9-B804-8C63-2382-0DD7A1F7BC2F}"/>
              </a:ext>
            </a:extLst>
          </p:cNvPr>
          <p:cNvSpPr/>
          <p:nvPr/>
        </p:nvSpPr>
        <p:spPr>
          <a:xfrm>
            <a:off x="7218119" y="1286934"/>
            <a:ext cx="4284134" cy="4284132"/>
          </a:xfrm>
          <a:prstGeom prst="ellipse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FD057CF-9CA9-542D-5F51-2E55254B3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8" b="98988" l="4611" r="94524">
                        <a14:foregroundMark x1="35303" y1="4907" x2="12824" y2="30919"/>
                        <a14:foregroundMark x1="7925" y1="8801" x2="15274" y2="68458"/>
                        <a14:foregroundMark x1="15274" y1="68458" x2="38040" y2="77726"/>
                        <a14:foregroundMark x1="38040" y1="77726" x2="66427" y2="60670"/>
                        <a14:foregroundMark x1="66427" y1="60670" x2="67291" y2="17835"/>
                        <a14:foregroundMark x1="67291" y1="17835" x2="56484" y2="5685"/>
                        <a14:foregroundMark x1="56484" y1="5685" x2="52450" y2="4517"/>
                        <a14:foregroundMark x1="35591" y1="2336" x2="35591" y2="2336"/>
                        <a14:foregroundMark x1="32133" y1="1090" x2="32133" y2="1090"/>
                        <a14:foregroundMark x1="16138" y1="1168" x2="62824" y2="2181"/>
                        <a14:foregroundMark x1="62824" y1="2181" x2="88040" y2="1636"/>
                        <a14:foregroundMark x1="73919" y1="935" x2="55331" y2="78"/>
                        <a14:foregroundMark x1="14986" y1="2414" x2="10951" y2="4907"/>
                        <a14:foregroundMark x1="11239" y1="2960" x2="7493" y2="5374"/>
                        <a14:foregroundMark x1="7637" y1="16589" x2="9366" y2="93224"/>
                        <a14:foregroundMark x1="9366" y1="93224" x2="61095" y2="97897"/>
                        <a14:foregroundMark x1="61095" y1="97897" x2="74207" y2="96573"/>
                        <a14:foregroundMark x1="5331" y1="8178" x2="4899" y2="12227"/>
                        <a14:foregroundMark x1="7925" y1="74455" x2="5908" y2="85358"/>
                        <a14:foregroundMark x1="7637" y1="90343" x2="9222" y2="94626"/>
                        <a14:foregroundMark x1="6628" y1="86449" x2="7205" y2="92835"/>
                        <a14:foregroundMark x1="6340" y1="93302" x2="14121" y2="98910"/>
                        <a14:foregroundMark x1="14121" y1="98910" x2="14841" y2="99143"/>
                        <a14:foregroundMark x1="23487" y1="98676" x2="56484" y2="98209"/>
                        <a14:foregroundMark x1="56484" y1="98209" x2="57781" y2="98209"/>
                        <a14:foregroundMark x1="54179" y1="99611" x2="76945" y2="99143"/>
                        <a14:foregroundMark x1="76945" y1="99143" x2="90490" y2="92913"/>
                        <a14:foregroundMark x1="90490" y1="92913" x2="92939" y2="69159"/>
                        <a14:foregroundMark x1="86311" y1="3115" x2="90202" y2="8411"/>
                        <a14:foregroundMark x1="88184" y1="3115" x2="90922" y2="6542"/>
                        <a14:foregroundMark x1="90922" y1="6542" x2="94524" y2="31542"/>
                        <a14:foregroundMark x1="93804" y1="31776" x2="92939" y2="70249"/>
                        <a14:backgroundMark x1="17147" y1="156" x2="17147" y2="15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884466" y="825149"/>
            <a:ext cx="2951440" cy="546059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BD35946-48F5-59C6-BA52-C5EBC16C0368}"/>
              </a:ext>
            </a:extLst>
          </p:cNvPr>
          <p:cNvSpPr txBox="1"/>
          <p:nvPr/>
        </p:nvSpPr>
        <p:spPr>
          <a:xfrm>
            <a:off x="495612" y="2395220"/>
            <a:ext cx="5623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카테고리 </a:t>
            </a:r>
            <a:r>
              <a:rPr lang="en-US" altLang="ko-KR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: </a:t>
            </a:r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공강을 어떻게 보내고 </a:t>
            </a:r>
            <a:r>
              <a:rPr lang="ko-KR" altLang="en-US" sz="2400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싶은지</a:t>
            </a:r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표현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FBD80E-3C74-838E-1159-0DB12570AEE5}"/>
              </a:ext>
            </a:extLst>
          </p:cNvPr>
          <p:cNvSpPr txBox="1"/>
          <p:nvPr/>
        </p:nvSpPr>
        <p:spPr>
          <a:xfrm>
            <a:off x="495612" y="2865293"/>
            <a:ext cx="41793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🍚  ✏️  ☕  📖  🎸  🎤    👟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4C3107-24CF-66B7-5F2F-D30BCFE96304}"/>
              </a:ext>
            </a:extLst>
          </p:cNvPr>
          <p:cNvSpPr txBox="1"/>
          <p:nvPr/>
        </p:nvSpPr>
        <p:spPr>
          <a:xfrm>
            <a:off x="561652" y="3411552"/>
            <a:ext cx="41937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식사     스터디        카페         독서       공연        노래방         운동   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200729-C7B9-614E-6C68-63E694E785A7}"/>
              </a:ext>
            </a:extLst>
          </p:cNvPr>
          <p:cNvSpPr txBox="1"/>
          <p:nvPr/>
        </p:nvSpPr>
        <p:spPr>
          <a:xfrm>
            <a:off x="771726" y="3679922"/>
            <a:ext cx="54024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→ 추후 사용자 의견 반영하여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카테고리 다양화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예정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C3BB89-553F-ACB0-DF78-86750B6598C8}"/>
              </a:ext>
            </a:extLst>
          </p:cNvPr>
          <p:cNvSpPr txBox="1"/>
          <p:nvPr/>
        </p:nvSpPr>
        <p:spPr>
          <a:xfrm>
            <a:off x="495612" y="4347930"/>
            <a:ext cx="4458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현재상태 </a:t>
            </a:r>
            <a:r>
              <a:rPr lang="en-US" altLang="ko-KR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: </a:t>
            </a:r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현재 </a:t>
            </a:r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자신의 상태</a:t>
            </a:r>
            <a:r>
              <a:rPr lang="ko-KR" altLang="en-US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를 표현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56C5A8-98A9-9B3B-66E9-8BC9D2680C9B}"/>
              </a:ext>
            </a:extLst>
          </p:cNvPr>
          <p:cNvSpPr txBox="1"/>
          <p:nvPr/>
        </p:nvSpPr>
        <p:spPr>
          <a:xfrm>
            <a:off x="561652" y="5355633"/>
            <a:ext cx="23230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공강      </a:t>
            </a:r>
            <a:r>
              <a:rPr lang="ko-KR" altLang="en-US" sz="1200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수업중</a:t>
            </a:r>
            <a:r>
              <a:rPr lang="ko-KR" altLang="en-US" sz="12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   방해금지    비공개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3B39E95-3815-F208-DE09-1016766F78C5}"/>
              </a:ext>
            </a:extLst>
          </p:cNvPr>
          <p:cNvSpPr txBox="1"/>
          <p:nvPr/>
        </p:nvSpPr>
        <p:spPr>
          <a:xfrm>
            <a:off x="771726" y="5632632"/>
            <a:ext cx="63786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→ 현재 상태가 </a:t>
            </a:r>
            <a:r>
              <a:rPr lang="en-US" altLang="ko-KR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‘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공강</a:t>
            </a:r>
            <a:r>
              <a:rPr lang="en-US" altLang="ko-KR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‘,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카테고리가 동일한 친구에게 푸시 알림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E2B5E47-AEF0-CB74-52C7-34FEFDF20501}"/>
              </a:ext>
            </a:extLst>
          </p:cNvPr>
          <p:cNvSpPr/>
          <p:nvPr/>
        </p:nvSpPr>
        <p:spPr>
          <a:xfrm>
            <a:off x="645926" y="4976990"/>
            <a:ext cx="276999" cy="276999"/>
          </a:xfrm>
          <a:prstGeom prst="ellipse">
            <a:avLst/>
          </a:prstGeom>
          <a:solidFill>
            <a:srgbClr val="4AB8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00553CA-E74F-48E7-7717-8993BC81E560}"/>
              </a:ext>
            </a:extLst>
          </p:cNvPr>
          <p:cNvSpPr/>
          <p:nvPr/>
        </p:nvSpPr>
        <p:spPr>
          <a:xfrm>
            <a:off x="1185473" y="4976990"/>
            <a:ext cx="276999" cy="276999"/>
          </a:xfrm>
          <a:prstGeom prst="ellipse">
            <a:avLst/>
          </a:prstGeom>
          <a:solidFill>
            <a:srgbClr val="F0AD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0AD00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A887BF8-F7D2-557C-24D4-F436C3323946}"/>
              </a:ext>
            </a:extLst>
          </p:cNvPr>
          <p:cNvSpPr/>
          <p:nvPr/>
        </p:nvSpPr>
        <p:spPr>
          <a:xfrm>
            <a:off x="1760302" y="4976990"/>
            <a:ext cx="276999" cy="276999"/>
          </a:xfrm>
          <a:prstGeom prst="ellipse">
            <a:avLst/>
          </a:prstGeom>
          <a:solidFill>
            <a:srgbClr val="F26767"/>
          </a:solidFill>
          <a:ln>
            <a:solidFill>
              <a:srgbClr val="FFCF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0AD00"/>
              </a:solidFill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A094893-0991-89A6-8C81-8F49708B1157}"/>
              </a:ext>
            </a:extLst>
          </p:cNvPr>
          <p:cNvSpPr/>
          <p:nvPr/>
        </p:nvSpPr>
        <p:spPr>
          <a:xfrm>
            <a:off x="2366881" y="4976990"/>
            <a:ext cx="276999" cy="276999"/>
          </a:xfrm>
          <a:prstGeom prst="ellipse">
            <a:avLst/>
          </a:prstGeom>
          <a:solidFill>
            <a:srgbClr val="9595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0AD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59343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30E10C-D970-56F7-C15D-46AEF318D6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CFD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663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3A31-9E0A-B057-34BD-6EAD65582D86}"/>
              </a:ext>
            </a:extLst>
          </p:cNvPr>
          <p:cNvSpPr txBox="1"/>
          <p:nvPr/>
        </p:nvSpPr>
        <p:spPr>
          <a:xfrm>
            <a:off x="8491702" y="693019"/>
            <a:ext cx="26244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4800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#2. </a:t>
            </a:r>
            <a:r>
              <a:rPr lang="ko-KR" altLang="en-US" sz="4800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스팟</a:t>
            </a:r>
            <a:endParaRPr lang="ko-KR" altLang="en-US" sz="4800" dirty="0"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Pretendard Variable Black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37083-8BB7-AF12-9656-313942E39942}"/>
              </a:ext>
            </a:extLst>
          </p:cNvPr>
          <p:cNvSpPr txBox="1"/>
          <p:nvPr/>
        </p:nvSpPr>
        <p:spPr>
          <a:xfrm>
            <a:off x="7204490" y="1524016"/>
            <a:ext cx="391164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학교 내 특정 장소에서 일정 기간동안</a:t>
            </a:r>
            <a:endParaRPr lang="en-US" altLang="ko-KR" sz="20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pPr algn="r"/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진행되는 이벤트 및 번개 모임</a:t>
            </a:r>
            <a:endParaRPr lang="en-US" altLang="ko-KR" sz="20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pPr algn="r"/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시간이 지나면 </a:t>
            </a:r>
            <a:r>
              <a:rPr lang="ko-KR" altLang="en-US" sz="16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스팟은</a:t>
            </a:r>
            <a:r>
              <a:rPr lang="ko-KR" altLang="en-US" sz="16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자동으로 사라짐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4BC6EA1-DD0F-DA73-A4C1-F0ACC8938B39}"/>
              </a:ext>
            </a:extLst>
          </p:cNvPr>
          <p:cNvSpPr/>
          <p:nvPr/>
        </p:nvSpPr>
        <p:spPr>
          <a:xfrm>
            <a:off x="580252" y="1286934"/>
            <a:ext cx="4284134" cy="4284132"/>
          </a:xfrm>
          <a:prstGeom prst="ellipse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627DB3B-DEDF-EBAD-828D-A93446248DB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11" b="99767" l="963" r="89959">
                        <a14:foregroundMark x1="86657" y1="8482" x2="52545" y2="1712"/>
                        <a14:foregroundMark x1="52545" y1="1712" x2="17744" y2="2957"/>
                        <a14:foregroundMark x1="17744" y1="2957" x2="10179" y2="11829"/>
                        <a14:foregroundMark x1="10179" y1="11829" x2="3301" y2="84125"/>
                        <a14:foregroundMark x1="5164" y1="86278" x2="13067" y2="95409"/>
                        <a14:foregroundMark x1="13067" y1="95409" x2="76891" y2="96809"/>
                        <a14:foregroundMark x1="76891" y1="96809" x2="85349" y2="90673"/>
                        <a14:foregroundMark x1="85003" y1="14083" x2="71664" y2="6537"/>
                        <a14:foregroundMark x1="71664" y1="6537" x2="24484" y2="10661"/>
                        <a14:foregroundMark x1="24484" y1="10661" x2="51169" y2="23502"/>
                        <a14:foregroundMark x1="51169" y1="23502" x2="60935" y2="48171"/>
                        <a14:foregroundMark x1="60935" y1="48171" x2="28473" y2="69027"/>
                        <a14:foregroundMark x1="28473" y1="69027" x2="59972" y2="80000"/>
                        <a14:foregroundMark x1="59972" y1="80000" x2="64374" y2="80233"/>
                        <a14:foregroundMark x1="14718" y1="70506" x2="15131" y2="80856"/>
                        <a14:foregroundMark x1="15131" y1="80856" x2="40715" y2="93463"/>
                        <a14:foregroundMark x1="40715" y1="93463" x2="47318" y2="76420"/>
                        <a14:foregroundMark x1="47318" y1="76420" x2="5227" y2="65914"/>
                        <a14:foregroundMark x1="12517" y1="93852" x2="59697" y2="95486"/>
                        <a14:foregroundMark x1="59697" y1="95486" x2="70564" y2="95331"/>
                        <a14:foregroundMark x1="11829" y1="98366" x2="61486" y2="99300"/>
                        <a14:foregroundMark x1="61486" y1="99300" x2="62724" y2="99222"/>
                        <a14:foregroundMark x1="42779" y1="97276" x2="50481" y2="97276"/>
                        <a14:foregroundMark x1="33700" y1="97198" x2="52132" y2="96654"/>
                        <a14:foregroundMark x1="49106" y1="8016" x2="69188" y2="18988"/>
                        <a14:foregroundMark x1="76341" y1="12218" x2="38652" y2="14319"/>
                        <a14:foregroundMark x1="20358" y1="4903" x2="59560" y2="6304"/>
                        <a14:foregroundMark x1="33425" y1="3735" x2="59560" y2="5058"/>
                        <a14:foregroundMark x1="5089" y1="55875" x2="11829" y2="4747"/>
                        <a14:foregroundMark x1="4814" y1="49416" x2="5640" y2="11751"/>
                        <a14:foregroundMark x1="5640" y1="11751" x2="12930" y2="2568"/>
                        <a14:foregroundMark x1="12930" y1="2568" x2="38239" y2="1634"/>
                        <a14:foregroundMark x1="38239" y1="1634" x2="74003" y2="2879"/>
                        <a14:foregroundMark x1="74003" y1="2879" x2="84596" y2="15799"/>
                        <a14:foregroundMark x1="87533" y1="11475" x2="78817" y2="1012"/>
                        <a14:foregroundMark x1="78817" y1="1012" x2="59697" y2="467"/>
                        <a14:foregroundMark x1="59697" y1="467" x2="54746" y2="1089"/>
                        <a14:foregroundMark x1="79780" y1="5136" x2="84869" y2="22568"/>
                        <a14:foregroundMark x1="85420" y1="27004" x2="85420" y2="48949"/>
                        <a14:foregroundMark x1="83494" y1="36576" x2="80468" y2="90117"/>
                        <a14:foregroundMark x1="83219" y1="57821" x2="81706" y2="82490"/>
                        <a14:foregroundMark x1="85170" y1="68419" x2="85349" y2="69766"/>
                        <a14:foregroundMark x1="83631" y1="56809" x2="85140" y2="68193"/>
                        <a14:foregroundMark x1="85695" y1="52763" x2="84319" y2="78911"/>
                        <a14:foregroundMark x1="85322" y1="87626" x2="85406" y2="97067"/>
                        <a14:foregroundMark x1="85282" y1="83191" x2="85322" y2="87626"/>
                        <a14:foregroundMark x1="84319" y1="94864" x2="65062" y2="99767"/>
                        <a14:foregroundMark x1="65062" y1="99767" x2="53920" y2="99767"/>
                        <a14:foregroundMark x1="64787" y1="98988" x2="81568" y2="96187"/>
                        <a14:foregroundMark x1="82896" y1="95561" x2="83219" y2="95409"/>
                        <a14:foregroundMark x1="81568" y1="96187" x2="82145" y2="95915"/>
                        <a14:foregroundMark x1="83219" y1="95642" x2="70151" y2="99144"/>
                        <a14:foregroundMark x1="18845" y1="98755" x2="5175" y2="90280"/>
                        <a14:foregroundMark x1="2525" y1="91448" x2="4224" y2="95945"/>
                        <a14:foregroundMark x1="2476" y1="43346" x2="7978" y2="23658"/>
                        <a14:foregroundMark x1="3164" y1="22257" x2="2476" y2="22101"/>
                        <a14:foregroundMark x1="2476" y1="11206" x2="7565" y2="2724"/>
                        <a14:foregroundMark x1="7565" y1="2724" x2="15268" y2="623"/>
                        <a14:foregroundMark x1="16919" y1="389" x2="17331" y2="311"/>
                        <a14:backgroundMark x1="1513" y1="85603" x2="1376" y2="91440"/>
                        <a14:backgroundMark x1="1513" y1="84202" x2="1926" y2="90350"/>
                        <a14:backgroundMark x1="3576" y1="96732" x2="8941" y2="99611"/>
                        <a14:backgroundMark x1="3851" y1="96031" x2="5640" y2="98366"/>
                        <a14:backgroundMark x1="83906" y1="99066" x2="88033" y2="95875"/>
                        <a14:backgroundMark x1="84594" y1="98599" x2="86795" y2="95409"/>
                        <a14:backgroundMark x1="85420" y1="96965" x2="84594" y2="97276"/>
                        <a14:backgroundMark x1="87620" y1="87626" x2="87620" y2="87626"/>
                        <a14:backgroundMark x1="88996" y1="88249" x2="92985" y2="26226"/>
                        <a14:backgroundMark x1="89133" y1="17198" x2="89133" y2="17198"/>
                        <a14:backgroundMark x1="89271" y1="12763" x2="88721" y2="16498"/>
                        <a14:backgroundMark x1="89133" y1="11595" x2="87620" y2="17977"/>
                        <a14:backgroundMark x1="88583" y1="14786" x2="90234" y2="38288"/>
                        <a14:backgroundMark x1="89821" y1="37821" x2="90784" y2="60467"/>
                        <a14:backgroundMark x1="88858" y1="62879" x2="88858" y2="94319"/>
                        <a14:backgroundMark x1="90371" y1="59767" x2="88583" y2="68638"/>
                      </a14:backgroundRemoval>
                    </a14:imgEffect>
                  </a14:imgLayer>
                </a14:imgProps>
              </a:ext>
            </a:extLst>
          </a:blip>
          <a:srcRect t="216"/>
          <a:stretch/>
        </p:blipFill>
        <p:spPr>
          <a:xfrm>
            <a:off x="304800" y="414866"/>
            <a:ext cx="2594074" cy="457521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E454988-47FA-F92A-E3C3-B26653CEB64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606" l="4762" r="94228">
                        <a14:foregroundMark x1="13420" y1="5345" x2="10967" y2="16654"/>
                        <a14:foregroundMark x1="22511" y1="7436" x2="52814" y2="8056"/>
                        <a14:foregroundMark x1="37374" y1="10844" x2="48773" y2="14795"/>
                        <a14:foregroundMark x1="38240" y1="14795" x2="43579" y2="20914"/>
                        <a14:foregroundMark x1="37229" y1="10380" x2="38240" y2="20449"/>
                        <a14:foregroundMark x1="19192" y1="21379" x2="42136" y2="23703"/>
                        <a14:foregroundMark x1="23954" y1="20759" x2="69986" y2="21689"/>
                        <a14:foregroundMark x1="69986" y1="21689" x2="79509" y2="20294"/>
                        <a14:foregroundMark x1="10678" y1="4338" x2="18326" y2="3253"/>
                        <a14:foregroundMark x1="9235" y1="3641" x2="17605" y2="49264"/>
                        <a14:foregroundMark x1="8947" y1="5655" x2="7215" y2="27421"/>
                        <a14:foregroundMark x1="7215" y1="27421" x2="10101" y2="42138"/>
                        <a14:foregroundMark x1="7071" y1="29047" x2="9524" y2="68706"/>
                        <a14:foregroundMark x1="6926" y1="48954" x2="9235" y2="92719"/>
                        <a14:foregroundMark x1="9235" y1="92719" x2="28716" y2="97057"/>
                        <a14:foregroundMark x1="28716" y1="97057" x2="44300" y2="97366"/>
                        <a14:foregroundMark x1="44300" y1="97366" x2="55844" y2="96282"/>
                        <a14:foregroundMark x1="5628" y1="9295" x2="6061" y2="12626"/>
                        <a14:foregroundMark x1="8369" y1="4105" x2="33253" y2="2377"/>
                        <a14:foregroundMark x1="77220" y1="2244" x2="81530" y2="2401"/>
                        <a14:foregroundMark x1="81530" y1="2401" x2="92496" y2="8675"/>
                        <a14:foregroundMark x1="92471" y1="22861" x2="92352" y2="91247"/>
                        <a14:foregroundMark x1="92496" y1="8675" x2="92488" y2="12987"/>
                        <a14:foregroundMark x1="92352" y1="91247" x2="78066" y2="98606"/>
                        <a14:foregroundMark x1="78066" y1="98606" x2="40981" y2="96824"/>
                        <a14:foregroundMark x1="40981" y1="96824" x2="40981" y2="96824"/>
                        <a14:foregroundMark x1="38672" y1="98528" x2="34776" y2="98683"/>
                        <a14:foregroundMark x1="64358" y1="98218" x2="22944" y2="98528"/>
                        <a14:foregroundMark x1="23665" y1="99923" x2="11977" y2="96359"/>
                        <a14:foregroundMark x1="11977" y1="96359" x2="4762" y2="85050"/>
                        <a14:foregroundMark x1="4762" y1="85050" x2="7359" y2="71650"/>
                        <a14:foregroundMark x1="4762" y1="90395" x2="12410" y2="97366"/>
                        <a14:foregroundMark x1="12410" y1="97366" x2="18759" y2="98683"/>
                        <a14:foregroundMark x1="90043" y1="93648" x2="84848" y2="98683"/>
                        <a14:foregroundMark x1="83838" y1="2711" x2="91631" y2="9837"/>
                        <a14:foregroundMark x1="87590" y1="2789" x2="90476" y2="5190"/>
                        <a14:foregroundMark x1="93506" y1="9450" x2="93751" y2="12950"/>
                        <a14:foregroundMark x1="11400" y1="3408" x2="22941" y2="2326"/>
                        <a14:foregroundMark x1="51248" y1="2467" x2="65368" y2="2943"/>
                        <a14:foregroundMark x1="78022" y1="1572" x2="81674" y2="1859"/>
                        <a14:foregroundMark x1="81241" y1="852" x2="78782" y2="934"/>
                        <a14:foregroundMark x1="16561" y1="21" x2="15440" y2="0"/>
                        <a14:foregroundMark x1="15440" y1="0" x2="15440" y2="0"/>
                        <a14:foregroundMark x1="37951" y1="1472" x2="61905" y2="2401"/>
                        <a14:foregroundMark x1="57576" y1="2091" x2="77489" y2="2711"/>
                        <a14:foregroundMark x1="75325" y1="1317" x2="33766" y2="2401"/>
                        <a14:foregroundMark x1="35786" y1="5035" x2="60173" y2="7591"/>
                        <a14:foregroundMark x1="18539" y1="722" x2="21934" y2="852"/>
                        <a14:foregroundMark x1="23232" y1="1239" x2="40981" y2="1239"/>
                        <a14:foregroundMark x1="43146" y1="1239" x2="79654" y2="2246"/>
                        <a14:foregroundMark x1="79654" y1="2246" x2="80231" y2="2324"/>
                        <a14:foregroundMark x1="65801" y1="1084" x2="60029" y2="542"/>
                        <a14:foregroundMark x1="26263" y1="542" x2="20779" y2="620"/>
                        <a14:foregroundMark x1="92063" y1="13091" x2="93218" y2="26569"/>
                        <a14:foregroundMark x1="92641" y1="59644" x2="92785" y2="84353"/>
                        <a14:backgroundMark x1="16017" y1="465" x2="18759" y2="542"/>
                      </a14:backgroundRemoval>
                    </a14:imgEffect>
                  </a14:imgLayer>
                </a14:imgProps>
              </a:ext>
            </a:extLst>
          </a:blip>
          <a:srcRect t="648"/>
          <a:stretch/>
        </p:blipFill>
        <p:spPr>
          <a:xfrm>
            <a:off x="1797320" y="1402360"/>
            <a:ext cx="2812708" cy="520587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5E0C4F2-C78F-A7FF-AD41-6F397BA3DEE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606" l="4762" r="94228">
                        <a14:foregroundMark x1="13420" y1="5345" x2="10967" y2="16654"/>
                        <a14:foregroundMark x1="22511" y1="7436" x2="52814" y2="8056"/>
                        <a14:foregroundMark x1="37374" y1="10844" x2="48773" y2="14795"/>
                        <a14:foregroundMark x1="38240" y1="14795" x2="43579" y2="20914"/>
                        <a14:foregroundMark x1="37229" y1="10380" x2="38240" y2="20449"/>
                        <a14:foregroundMark x1="19192" y1="21379" x2="42136" y2="23703"/>
                        <a14:foregroundMark x1="23954" y1="20759" x2="69986" y2="21689"/>
                        <a14:foregroundMark x1="69986" y1="21689" x2="79509" y2="20294"/>
                        <a14:foregroundMark x1="10678" y1="4338" x2="18326" y2="3253"/>
                        <a14:foregroundMark x1="9235" y1="3641" x2="17605" y2="49264"/>
                        <a14:foregroundMark x1="8947" y1="5655" x2="7215" y2="27421"/>
                        <a14:foregroundMark x1="7215" y1="27421" x2="10101" y2="42138"/>
                        <a14:foregroundMark x1="7071" y1="29047" x2="9524" y2="68706"/>
                        <a14:foregroundMark x1="6926" y1="48954" x2="9235" y2="92719"/>
                        <a14:foregroundMark x1="9235" y1="92719" x2="28716" y2="97057"/>
                        <a14:foregroundMark x1="28716" y1="97057" x2="44300" y2="97366"/>
                        <a14:foregroundMark x1="44300" y1="97366" x2="55844" y2="96282"/>
                        <a14:foregroundMark x1="5628" y1="9295" x2="6061" y2="12626"/>
                        <a14:foregroundMark x1="8369" y1="4105" x2="33253" y2="2377"/>
                        <a14:foregroundMark x1="77220" y1="2244" x2="81530" y2="2401"/>
                        <a14:foregroundMark x1="81530" y1="2401" x2="92496" y2="8675"/>
                        <a14:foregroundMark x1="92471" y1="22861" x2="92352" y2="91247"/>
                        <a14:foregroundMark x1="92496" y1="8675" x2="92488" y2="12987"/>
                        <a14:foregroundMark x1="92352" y1="91247" x2="78066" y2="98606"/>
                        <a14:foregroundMark x1="78066" y1="98606" x2="40981" y2="96824"/>
                        <a14:foregroundMark x1="40981" y1="96824" x2="40981" y2="96824"/>
                        <a14:foregroundMark x1="38672" y1="98528" x2="34776" y2="98683"/>
                        <a14:foregroundMark x1="64358" y1="98218" x2="22944" y2="98528"/>
                        <a14:foregroundMark x1="23665" y1="99923" x2="11977" y2="96359"/>
                        <a14:foregroundMark x1="11977" y1="96359" x2="4762" y2="85050"/>
                        <a14:foregroundMark x1="4762" y1="85050" x2="7359" y2="71650"/>
                        <a14:foregroundMark x1="4762" y1="90395" x2="12410" y2="97366"/>
                        <a14:foregroundMark x1="12410" y1="97366" x2="18759" y2="98683"/>
                        <a14:foregroundMark x1="90043" y1="93648" x2="84848" y2="98683"/>
                        <a14:foregroundMark x1="83838" y1="2711" x2="91631" y2="9837"/>
                        <a14:foregroundMark x1="87590" y1="2789" x2="90476" y2="5190"/>
                        <a14:foregroundMark x1="93506" y1="9450" x2="93751" y2="12950"/>
                        <a14:foregroundMark x1="11400" y1="3408" x2="22941" y2="2326"/>
                        <a14:foregroundMark x1="51248" y1="2467" x2="65368" y2="2943"/>
                        <a14:foregroundMark x1="78022" y1="1572" x2="81674" y2="1859"/>
                        <a14:foregroundMark x1="81241" y1="852" x2="78782" y2="934"/>
                        <a14:foregroundMark x1="16561" y1="21" x2="15440" y2="0"/>
                        <a14:foregroundMark x1="15440" y1="0" x2="15440" y2="0"/>
                        <a14:foregroundMark x1="37951" y1="1472" x2="61905" y2="2401"/>
                        <a14:foregroundMark x1="57576" y1="2091" x2="77489" y2="2711"/>
                        <a14:foregroundMark x1="75325" y1="1317" x2="33766" y2="2401"/>
                        <a14:foregroundMark x1="35786" y1="5035" x2="60173" y2="7591"/>
                        <a14:foregroundMark x1="18539" y1="722" x2="21934" y2="852"/>
                        <a14:foregroundMark x1="23232" y1="1239" x2="40981" y2="1239"/>
                        <a14:foregroundMark x1="43146" y1="1239" x2="79654" y2="2246"/>
                        <a14:foregroundMark x1="79654" y1="2246" x2="80231" y2="2324"/>
                        <a14:foregroundMark x1="65801" y1="1084" x2="60029" y2="542"/>
                        <a14:foregroundMark x1="26263" y1="542" x2="20779" y2="620"/>
                        <a14:foregroundMark x1="92063" y1="13091" x2="93218" y2="26569"/>
                        <a14:foregroundMark x1="92641" y1="59644" x2="92785" y2="84353"/>
                        <a14:backgroundMark x1="16017" y1="465" x2="18759" y2="542"/>
                      </a14:backgroundRemoval>
                    </a14:imgEffect>
                  </a14:imgLayer>
                </a14:imgProps>
              </a:ext>
            </a:extLst>
          </a:blip>
          <a:srcRect l="32727" t="45309" r="33796" b="36634"/>
          <a:stretch/>
        </p:blipFill>
        <p:spPr>
          <a:xfrm>
            <a:off x="4610028" y="1841437"/>
            <a:ext cx="2153488" cy="21638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0426A0E-FD64-456E-54A3-01517CABC56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98606" l="4762" r="94228">
                        <a14:foregroundMark x1="13420" y1="5345" x2="10967" y2="16654"/>
                        <a14:foregroundMark x1="22511" y1="7436" x2="52814" y2="8056"/>
                        <a14:foregroundMark x1="37374" y1="10844" x2="48773" y2="14795"/>
                        <a14:foregroundMark x1="38240" y1="14795" x2="43579" y2="20914"/>
                        <a14:foregroundMark x1="37229" y1="10380" x2="38240" y2="20449"/>
                        <a14:foregroundMark x1="19192" y1="21379" x2="42136" y2="23703"/>
                        <a14:foregroundMark x1="23954" y1="20759" x2="69986" y2="21689"/>
                        <a14:foregroundMark x1="69986" y1="21689" x2="79509" y2="20294"/>
                        <a14:foregroundMark x1="10678" y1="4338" x2="18326" y2="3253"/>
                        <a14:foregroundMark x1="9235" y1="3641" x2="17605" y2="49264"/>
                        <a14:foregroundMark x1="8947" y1="5655" x2="7215" y2="27421"/>
                        <a14:foregroundMark x1="7215" y1="27421" x2="10101" y2="42138"/>
                        <a14:foregroundMark x1="7071" y1="29047" x2="9524" y2="68706"/>
                        <a14:foregroundMark x1="6926" y1="48954" x2="9235" y2="92719"/>
                        <a14:foregroundMark x1="9235" y1="92719" x2="28716" y2="97057"/>
                        <a14:foregroundMark x1="28716" y1="97057" x2="44300" y2="97366"/>
                        <a14:foregroundMark x1="44300" y1="97366" x2="55844" y2="96282"/>
                        <a14:foregroundMark x1="5628" y1="9295" x2="6061" y2="12626"/>
                        <a14:foregroundMark x1="8369" y1="4105" x2="33253" y2="2377"/>
                        <a14:foregroundMark x1="77220" y1="2244" x2="81530" y2="2401"/>
                        <a14:foregroundMark x1="81530" y1="2401" x2="92496" y2="8675"/>
                        <a14:foregroundMark x1="92471" y1="22861" x2="92352" y2="91247"/>
                        <a14:foregroundMark x1="92496" y1="8675" x2="92488" y2="12987"/>
                        <a14:foregroundMark x1="92352" y1="91247" x2="78066" y2="98606"/>
                        <a14:foregroundMark x1="78066" y1="98606" x2="40981" y2="96824"/>
                        <a14:foregroundMark x1="40981" y1="96824" x2="40981" y2="96824"/>
                        <a14:foregroundMark x1="38672" y1="98528" x2="34776" y2="98683"/>
                        <a14:foregroundMark x1="64358" y1="98218" x2="22944" y2="98528"/>
                        <a14:foregroundMark x1="23665" y1="99923" x2="11977" y2="96359"/>
                        <a14:foregroundMark x1="11977" y1="96359" x2="4762" y2="85050"/>
                        <a14:foregroundMark x1="4762" y1="85050" x2="7359" y2="71650"/>
                        <a14:foregroundMark x1="4762" y1="90395" x2="12410" y2="97366"/>
                        <a14:foregroundMark x1="12410" y1="97366" x2="18759" y2="98683"/>
                        <a14:foregroundMark x1="90043" y1="93648" x2="84848" y2="98683"/>
                        <a14:foregroundMark x1="83838" y1="2711" x2="91631" y2="9837"/>
                        <a14:foregroundMark x1="87590" y1="2789" x2="90476" y2="5190"/>
                        <a14:foregroundMark x1="93506" y1="9450" x2="93751" y2="12950"/>
                        <a14:foregroundMark x1="11400" y1="3408" x2="22941" y2="2326"/>
                        <a14:foregroundMark x1="51248" y1="2467" x2="65368" y2="2943"/>
                        <a14:foregroundMark x1="78022" y1="1572" x2="81674" y2="1859"/>
                        <a14:foregroundMark x1="81241" y1="852" x2="78782" y2="934"/>
                        <a14:foregroundMark x1="16561" y1="21" x2="15440" y2="0"/>
                        <a14:foregroundMark x1="15440" y1="0" x2="15440" y2="0"/>
                        <a14:foregroundMark x1="37951" y1="1472" x2="61905" y2="2401"/>
                        <a14:foregroundMark x1="57576" y1="2091" x2="77489" y2="2711"/>
                        <a14:foregroundMark x1="75325" y1="1317" x2="33766" y2="2401"/>
                        <a14:foregroundMark x1="35786" y1="5035" x2="60173" y2="7591"/>
                        <a14:foregroundMark x1="18539" y1="722" x2="21934" y2="852"/>
                        <a14:foregroundMark x1="23232" y1="1239" x2="40981" y2="1239"/>
                        <a14:foregroundMark x1="43146" y1="1239" x2="79654" y2="2246"/>
                        <a14:foregroundMark x1="79654" y1="2246" x2="80231" y2="2324"/>
                        <a14:foregroundMark x1="65801" y1="1084" x2="60029" y2="542"/>
                        <a14:foregroundMark x1="26263" y1="542" x2="20779" y2="620"/>
                        <a14:foregroundMark x1="92063" y1="13091" x2="93218" y2="26569"/>
                        <a14:foregroundMark x1="92641" y1="59644" x2="92785" y2="84353"/>
                        <a14:backgroundMark x1="16017" y1="465" x2="18759" y2="542"/>
                      </a14:backgroundRemoval>
                    </a14:imgEffect>
                  </a14:imgLayer>
                </a14:imgProps>
              </a:ext>
            </a:extLst>
          </a:blip>
          <a:srcRect l="9473" t="70044" r="11737" b="6060"/>
          <a:stretch/>
        </p:blipFill>
        <p:spPr>
          <a:xfrm>
            <a:off x="4610028" y="4073317"/>
            <a:ext cx="3789651" cy="21412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14A10C-477F-61B7-EDA9-156C96FA38E2}"/>
              </a:ext>
            </a:extLst>
          </p:cNvPr>
          <p:cNvSpPr txBox="1"/>
          <p:nvPr/>
        </p:nvSpPr>
        <p:spPr>
          <a:xfrm>
            <a:off x="6839938" y="3479561"/>
            <a:ext cx="3108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지도에 표시되는 </a:t>
            </a:r>
            <a:r>
              <a:rPr lang="ko-KR" altLang="en-US" sz="2000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스팟</a:t>
            </a:r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아이콘</a:t>
            </a:r>
            <a:endParaRPr lang="ko-KR" altLang="en-US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74800C-705B-0160-12A5-05CDB957DA9C}"/>
              </a:ext>
            </a:extLst>
          </p:cNvPr>
          <p:cNvSpPr txBox="1"/>
          <p:nvPr/>
        </p:nvSpPr>
        <p:spPr>
          <a:xfrm>
            <a:off x="8549204" y="5314695"/>
            <a:ext cx="265008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아이콘 클릭 시 표시되는</a:t>
            </a:r>
            <a:endParaRPr lang="en-US" altLang="ko-KR" sz="20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sz="2000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상세 정보</a:t>
            </a:r>
            <a:endParaRPr lang="ko-KR" altLang="en-US" sz="1600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7551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30E10C-D970-56F7-C15D-46AEF318D6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676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663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3A31-9E0A-B057-34BD-6EAD65582D86}"/>
              </a:ext>
            </a:extLst>
          </p:cNvPr>
          <p:cNvSpPr txBox="1"/>
          <p:nvPr/>
        </p:nvSpPr>
        <p:spPr>
          <a:xfrm>
            <a:off x="495612" y="693019"/>
            <a:ext cx="380745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#3. </a:t>
            </a:r>
            <a:r>
              <a:rPr lang="ko-KR" altLang="en-US" sz="4800" dirty="0" err="1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틈틈크루</a:t>
            </a:r>
            <a:endParaRPr lang="ko-KR" altLang="en-US" sz="48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Pretendard Variable Black" panose="020000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737083-8BB7-AF12-9656-313942E39942}"/>
              </a:ext>
            </a:extLst>
          </p:cNvPr>
          <p:cNvSpPr txBox="1"/>
          <p:nvPr/>
        </p:nvSpPr>
        <p:spPr>
          <a:xfrm>
            <a:off x="495612" y="1524016"/>
            <a:ext cx="46570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현재 위치와 상태를 공유할 수 있는</a:t>
            </a:r>
            <a:r>
              <a:rPr lang="en-US" altLang="ko-KR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네트워크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E619DD9-B804-8C63-2382-0DD7A1F7BC2F}"/>
              </a:ext>
            </a:extLst>
          </p:cNvPr>
          <p:cNvSpPr/>
          <p:nvPr/>
        </p:nvSpPr>
        <p:spPr>
          <a:xfrm>
            <a:off x="7218119" y="1286934"/>
            <a:ext cx="4284134" cy="4284132"/>
          </a:xfrm>
          <a:prstGeom prst="ellipse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7A2E89D-4C87-605B-E69A-5CE702771E7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636" b="99523" l="2960" r="98754">
                        <a14:foregroundMark x1="22274" y1="4452" x2="12305" y2="19873"/>
                        <a14:foregroundMark x1="12305" y1="19873" x2="19782" y2="70906"/>
                        <a14:foregroundMark x1="19782" y1="70906" x2="35826" y2="82194"/>
                        <a14:foregroundMark x1="35826" y1="82194" x2="66667" y2="76073"/>
                        <a14:foregroundMark x1="66667" y1="76073" x2="80530" y2="49285"/>
                        <a14:foregroundMark x1="80530" y1="49285" x2="80218" y2="25199"/>
                        <a14:foregroundMark x1="80218" y1="25199" x2="60592" y2="9459"/>
                        <a14:foregroundMark x1="60592" y1="9459" x2="23832" y2="4293"/>
                        <a14:foregroundMark x1="29283" y1="10811" x2="58879" y2="49603"/>
                        <a14:foregroundMark x1="38162" y1="20191" x2="44081" y2="74642"/>
                        <a14:foregroundMark x1="40498" y1="1510" x2="75545" y2="3498"/>
                        <a14:foregroundMark x1="75545" y1="3498" x2="90343" y2="15819"/>
                        <a14:foregroundMark x1="90343" y1="15819" x2="89408" y2="91733"/>
                        <a14:foregroundMark x1="89408" y1="91733" x2="61371" y2="97774"/>
                        <a14:foregroundMark x1="61371" y1="97774" x2="13084" y2="95310"/>
                        <a14:foregroundMark x1="13084" y1="95310" x2="5296" y2="86010"/>
                        <a14:foregroundMark x1="5296" y1="86010" x2="9502" y2="9459"/>
                        <a14:foregroundMark x1="5763" y1="11606" x2="3894" y2="72019"/>
                        <a14:foregroundMark x1="18847" y1="5167" x2="66978" y2="18760"/>
                        <a14:foregroundMark x1="3583" y1="11288" x2="14019" y2="1669"/>
                        <a14:foregroundMark x1="14019" y1="1669" x2="30062" y2="1431"/>
                        <a14:foregroundMark x1="30062" y1="1431" x2="42368" y2="2146"/>
                        <a14:foregroundMark x1="14330" y1="21940" x2="70093" y2="18442"/>
                        <a14:foregroundMark x1="94024" y1="27925" x2="93302" y2="94754"/>
                        <a14:foregroundMark x1="94041" y1="26400" x2="94026" y2="27772"/>
                        <a14:foregroundMark x1="94237" y1="8267" x2="94043" y2="26243"/>
                        <a14:foregroundMark x1="97975" y1="72417" x2="95794" y2="93482"/>
                        <a14:foregroundMark x1="58723" y1="84420" x2="66044" y2="78776"/>
                        <a14:foregroundMark x1="63084" y1="83863" x2="82243" y2="96423"/>
                        <a14:foregroundMark x1="3583" y1="84976" x2="7321" y2="96184"/>
                        <a14:foregroundMark x1="7321" y1="96184" x2="61682" y2="99126"/>
                        <a14:foregroundMark x1="61682" y1="99126" x2="90654" y2="96184"/>
                        <a14:foregroundMark x1="42368" y1="98649" x2="7944" y2="96184"/>
                        <a14:foregroundMark x1="7944" y1="96184" x2="4206" y2="94913"/>
                        <a14:foregroundMark x1="8411" y1="97059" x2="13707" y2="99285"/>
                        <a14:foregroundMark x1="10436" y1="97059" x2="26168" y2="98887"/>
                        <a14:foregroundMark x1="78505" y1="98490" x2="92056" y2="96184"/>
                        <a14:foregroundMark x1="92056" y1="96184" x2="92212" y2="94595"/>
                        <a14:foregroundMark x1="93146" y1="94436" x2="85981" y2="99364"/>
                        <a14:foregroundMark x1="96262" y1="39507" x2="92056" y2="82353"/>
                        <a14:foregroundMark x1="92056" y1="82353" x2="92523" y2="83148"/>
                        <a14:foregroundMark x1="96106" y1="61049" x2="96417" y2="86645"/>
                        <a14:foregroundMark x1="96417" y1="86645" x2="96417" y2="86566"/>
                        <a14:foregroundMark x1="95483" y1="30922" x2="98754" y2="36725"/>
                        <a14:foregroundMark x1="98287" y1="31002" x2="97508" y2="36089"/>
                        <a14:foregroundMark x1="52960" y1="5803" x2="37539" y2="4928"/>
                        <a14:foregroundMark x1="45794" y1="5008" x2="62928" y2="4452"/>
                        <a14:foregroundMark x1="59657" y1="636" x2="90343" y2="3498"/>
                        <a14:foregroundMark x1="90343" y1="3498" x2="94704" y2="8585"/>
                        <a14:foregroundMark x1="85202" y1="2226" x2="89564" y2="2067"/>
                        <a14:foregroundMark x1="97346" y1="16852" x2="97508" y2="17091"/>
                        <a14:foregroundMark x1="96485" y1="15580" x2="97346" y2="16852"/>
                        <a14:foregroundMark x1="96109" y1="15024" x2="96485" y2="15580"/>
                        <a14:foregroundMark x1="87227" y1="1908" x2="96109" y2="15024"/>
                        <a14:foregroundMark x1="98098" y1="30791" x2="98131" y2="31558"/>
                        <a14:foregroundMark x1="97508" y1="17091" x2="97581" y2="18802"/>
                        <a14:foregroundMark x1="96106" y1="30877" x2="96106" y2="51033"/>
                        <a14:foregroundMark x1="96106" y1="17250" x2="96106" y2="18874"/>
                        <a14:foregroundMark x1="12305" y1="2862" x2="4206" y2="7154"/>
                        <a14:foregroundMark x1="12928" y1="1510" x2="3427" y2="8903"/>
                        <a14:foregroundMark x1="3427" y1="8903" x2="3115" y2="10652"/>
                        <a14:foregroundMark x1="12461" y1="1510" x2="4984" y2="10016"/>
                        <a14:foregroundMark x1="4984" y1="10016" x2="4517" y2="15501"/>
                        <a14:foregroundMark x1="74611" y1="1033" x2="89875" y2="2623"/>
                        <a14:foregroundMark x1="87539" y1="1272" x2="95016" y2="8903"/>
                        <a14:foregroundMark x1="88474" y1="1272" x2="97819" y2="11685"/>
                        <a14:foregroundMark x1="97996" y1="17091" x2="98051" y2="18779"/>
                        <a14:foregroundMark x1="97988" y1="16852" x2="97996" y2="17091"/>
                        <a14:foregroundMark x1="97946" y1="15580" x2="97988" y2="16852"/>
                        <a14:foregroundMark x1="97928" y1="15024" x2="97946" y2="15580"/>
                        <a14:foregroundMark x1="97871" y1="13275" x2="97928" y2="15024"/>
                        <a14:foregroundMark x1="97819" y1="11685" x2="97861" y2="12957"/>
                        <a14:foregroundMark x1="97352" y1="83784" x2="97352" y2="91017"/>
                        <a14:foregroundMark x1="97352" y1="91017" x2="86293" y2="99046"/>
                        <a14:foregroundMark x1="86293" y1="99046" x2="84579" y2="99523"/>
                        <a14:foregroundMark x1="97238" y1="15024" x2="96348" y2="26143"/>
                        <a14:foregroundMark x1="97352" y1="13593" x2="97238" y2="15024"/>
                        <a14:backgroundMark x1="99533" y1="12957" x2="99533" y2="13275"/>
                        <a14:backgroundMark x1="98910" y1="31399" x2="98671" y2="29227"/>
                        <a14:backgroundMark x1="98061" y1="13608" x2="97975" y2="11765"/>
                        <a14:backgroundMark x1="98442" y1="29809" x2="97975" y2="26073"/>
                        <a14:backgroundMark x1="97975" y1="26073" x2="98754" y2="30763"/>
                        <a14:backgroundMark x1="98287" y1="19316" x2="98287" y2="15024"/>
                        <a14:backgroundMark x1="98287" y1="15024" x2="98287" y2="15024"/>
                      </a14:backgroundRemoval>
                    </a14:imgEffect>
                  </a14:imgLayer>
                </a14:imgProps>
              </a:ext>
            </a:extLst>
          </a:blip>
          <a:srcRect t="324"/>
          <a:stretch/>
        </p:blipFill>
        <p:spPr>
          <a:xfrm>
            <a:off x="7906017" y="579425"/>
            <a:ext cx="2721218" cy="53149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DDF3F77-97CA-D13D-81B1-E3E2B1466BA1}"/>
              </a:ext>
            </a:extLst>
          </p:cNvPr>
          <p:cNvSpPr txBox="1"/>
          <p:nvPr/>
        </p:nvSpPr>
        <p:spPr>
          <a:xfrm>
            <a:off x="495612" y="2355013"/>
            <a:ext cx="547938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서로 친구를 등록하면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틈틈크루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결성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sz="2000" b="1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→ 현재 위치와 상태 정보가 실시간으로 </a:t>
            </a:r>
            <a:r>
              <a:rPr lang="ko-KR" altLang="en-US" sz="2000" b="1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맵에</a:t>
            </a:r>
            <a:r>
              <a:rPr lang="ko-KR" altLang="en-US" sz="2000" b="1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 표시됨</a:t>
            </a:r>
            <a:r>
              <a:rPr lang="en-US" altLang="ko-KR" sz="2000" b="1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B539B8-FC51-D4C5-1B22-256526E43EF3}"/>
              </a:ext>
            </a:extLst>
          </p:cNvPr>
          <p:cNvSpPr txBox="1"/>
          <p:nvPr/>
        </p:nvSpPr>
        <p:spPr>
          <a:xfrm>
            <a:off x="495612" y="3345613"/>
            <a:ext cx="6561412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      공강 상태 </a:t>
            </a:r>
            <a:r>
              <a:rPr lang="en-US" altLang="ko-KR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+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카테고리가 같은 친구를 직관적으로 확인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sz="2400" b="1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→ 공강 시간을 함께 보낼 친구를 빠르게 찾을 수 있음</a:t>
            </a:r>
            <a:endParaRPr lang="en-US" altLang="ko-KR" sz="2400" b="1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Black" panose="02000003000000020004" pitchFamily="2" charset="-127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     </a:t>
            </a:r>
            <a:r>
              <a:rPr lang="en-US" altLang="ko-KR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(</a:t>
            </a:r>
            <a:r>
              <a:rPr lang="ko-KR" altLang="en-US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근처로 이동 시 </a:t>
            </a:r>
            <a:r>
              <a:rPr lang="ko-KR" altLang="en-US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푸시알림</a:t>
            </a:r>
            <a:r>
              <a:rPr lang="ko-KR" altLang="en-US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전송</a:t>
            </a:r>
            <a:r>
              <a:rPr lang="en-US" altLang="ko-KR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)</a:t>
            </a:r>
            <a:endParaRPr lang="en-US" altLang="ko-KR" sz="24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1C76D32F-287D-0069-35F5-32580317AE2C}"/>
              </a:ext>
            </a:extLst>
          </p:cNvPr>
          <p:cNvSpPr/>
          <p:nvPr/>
        </p:nvSpPr>
        <p:spPr>
          <a:xfrm>
            <a:off x="645926" y="3402779"/>
            <a:ext cx="276999" cy="276999"/>
          </a:xfrm>
          <a:prstGeom prst="ellipse">
            <a:avLst/>
          </a:prstGeom>
          <a:solidFill>
            <a:srgbClr val="4AB81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65F495-D627-56F7-2592-F6EB4052B2CD}"/>
              </a:ext>
            </a:extLst>
          </p:cNvPr>
          <p:cNvSpPr txBox="1"/>
          <p:nvPr/>
        </p:nvSpPr>
        <p:spPr>
          <a:xfrm>
            <a:off x="495612" y="4708954"/>
            <a:ext cx="51155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프로필 메뉴에서 </a:t>
            </a:r>
            <a:r>
              <a:rPr lang="ko-KR" altLang="en-US" sz="2000" dirty="0" err="1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틈틈크루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Black" panose="02000003000000020004" pitchFamily="2" charset="-127"/>
              </a:rPr>
              <a:t>프로필 사진 변경 가능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Black" panose="02000003000000020004" pitchFamily="2" charset="-127"/>
            </a:endParaRPr>
          </a:p>
        </p:txBody>
      </p:sp>
      <p:pic>
        <p:nvPicPr>
          <p:cNvPr id="20" name="그림 19" descr="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B9EFB100-BFDC-0170-C1AD-D3319109C0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8741" y="5269739"/>
            <a:ext cx="1227531" cy="1227531"/>
          </a:xfrm>
          <a:prstGeom prst="rect">
            <a:avLst/>
          </a:prstGeom>
        </p:spPr>
      </p:pic>
      <p:pic>
        <p:nvPicPr>
          <p:cNvPr id="22" name="그림 21" descr="클립아트, 만화 영화, 그림, 일러스트레이션이(가) 표시된 사진&#10;&#10;자동 생성된 설명">
            <a:extLst>
              <a:ext uri="{FF2B5EF4-FFF2-40B4-BE49-F238E27FC236}">
                <a16:creationId xmlns:a16="http://schemas.microsoft.com/office/drawing/2014/main" id="{B71B53AE-87A5-75E5-7B2B-A6C465CBCC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490" y="5269739"/>
            <a:ext cx="1234276" cy="1227531"/>
          </a:xfrm>
          <a:prstGeom prst="rect">
            <a:avLst/>
          </a:prstGeom>
        </p:spPr>
      </p:pic>
      <p:pic>
        <p:nvPicPr>
          <p:cNvPr id="24" name="그림 23" descr="클립아트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86699351-B579-774B-79C0-0DD0DF2A51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7392" y="5269739"/>
            <a:ext cx="1234276" cy="1227531"/>
          </a:xfrm>
          <a:prstGeom prst="rect">
            <a:avLst/>
          </a:prstGeom>
        </p:spPr>
      </p:pic>
      <p:pic>
        <p:nvPicPr>
          <p:cNvPr id="26" name="그림 25" descr="클립아트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DBA565D9-0F1C-0B9A-AA16-46358794E5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6044" y="5269739"/>
            <a:ext cx="1234276" cy="1227531"/>
          </a:xfrm>
          <a:prstGeom prst="rect">
            <a:avLst/>
          </a:prstGeom>
        </p:spPr>
      </p:pic>
      <p:pic>
        <p:nvPicPr>
          <p:cNvPr id="28" name="그림 27" descr="만화 영화, 그림, 미소, 일러스트레이션이(가) 표시된 사진&#10;&#10;자동 생성된 설명">
            <a:extLst>
              <a:ext uri="{FF2B5EF4-FFF2-40B4-BE49-F238E27FC236}">
                <a16:creationId xmlns:a16="http://schemas.microsoft.com/office/drawing/2014/main" id="{83872678-16AC-5286-CD8D-665B79ACDD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838" y="5269739"/>
            <a:ext cx="1227531" cy="1227531"/>
          </a:xfrm>
          <a:prstGeom prst="rect">
            <a:avLst/>
          </a:prstGeom>
        </p:spPr>
      </p:pic>
      <p:pic>
        <p:nvPicPr>
          <p:cNvPr id="30" name="그림 29" descr="클립아트, 만화 영화, 일러스트레이션, 예술이(가) 표시된 사진&#10;&#10;자동 생성된 설명">
            <a:extLst>
              <a:ext uri="{FF2B5EF4-FFF2-40B4-BE49-F238E27FC236}">
                <a16:creationId xmlns:a16="http://schemas.microsoft.com/office/drawing/2014/main" id="{70945606-F530-72F4-E067-87CC97BA6F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1441" y="5269739"/>
            <a:ext cx="1227531" cy="122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109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클립아트, 만화 영화, 그림, 일러스트레이션이(가) 표시된 사진&#10;&#10;자동 생성된 설명">
            <a:extLst>
              <a:ext uri="{FF2B5EF4-FFF2-40B4-BE49-F238E27FC236}">
                <a16:creationId xmlns:a16="http://schemas.microsoft.com/office/drawing/2014/main" id="{A187280B-719A-CECB-BDD9-3F39BB030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6055" y="2289628"/>
            <a:ext cx="1053466" cy="1527247"/>
          </a:xfrm>
          <a:prstGeom prst="rect">
            <a:avLst/>
          </a:prstGeom>
        </p:spPr>
      </p:pic>
      <p:pic>
        <p:nvPicPr>
          <p:cNvPr id="10" name="그림 9" descr="클립아트, 만화 영화, 일러스트레이션, 실루엣이(가) 표시된 사진&#10;&#10;자동 생성된 설명">
            <a:extLst>
              <a:ext uri="{FF2B5EF4-FFF2-40B4-BE49-F238E27FC236}">
                <a16:creationId xmlns:a16="http://schemas.microsoft.com/office/drawing/2014/main" id="{4E1895A1-3C64-4D9E-4F60-D4E3C5FB6E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2956" y="2323234"/>
            <a:ext cx="1164944" cy="1471508"/>
          </a:xfrm>
          <a:prstGeom prst="rect">
            <a:avLst/>
          </a:prstGeom>
        </p:spPr>
      </p:pic>
      <p:pic>
        <p:nvPicPr>
          <p:cNvPr id="12" name="그림 11" descr="만화 영화, 클립아트, 그림, 미소이(가) 표시된 사진&#10;&#10;자동 생성된 설명">
            <a:extLst>
              <a:ext uri="{FF2B5EF4-FFF2-40B4-BE49-F238E27FC236}">
                <a16:creationId xmlns:a16="http://schemas.microsoft.com/office/drawing/2014/main" id="{4F7AF98A-2DA3-73B4-DB82-A336FE5AEE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2407" y="2484876"/>
            <a:ext cx="1042319" cy="1309866"/>
          </a:xfrm>
          <a:prstGeom prst="rect">
            <a:avLst/>
          </a:prstGeom>
        </p:spPr>
      </p:pic>
      <p:pic>
        <p:nvPicPr>
          <p:cNvPr id="14" name="그림 13" descr="클립아트, 예술, 만화 영화, 일러스트레이션이(가) 표시된 사진&#10;&#10;자동 생성된 설명">
            <a:extLst>
              <a:ext uri="{FF2B5EF4-FFF2-40B4-BE49-F238E27FC236}">
                <a16:creationId xmlns:a16="http://schemas.microsoft.com/office/drawing/2014/main" id="{3BC1BB75-3A13-C4B8-EC6D-893AA0226F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070" y="2003456"/>
            <a:ext cx="752476" cy="1794794"/>
          </a:xfrm>
          <a:prstGeom prst="rect">
            <a:avLst/>
          </a:prstGeom>
        </p:spPr>
      </p:pic>
      <p:pic>
        <p:nvPicPr>
          <p:cNvPr id="16" name="그림 15" descr="만화 영화, 클립아트, 그림, 스케치이(가) 표시된 사진&#10;&#10;자동 생성된 설명">
            <a:extLst>
              <a:ext uri="{FF2B5EF4-FFF2-40B4-BE49-F238E27FC236}">
                <a16:creationId xmlns:a16="http://schemas.microsoft.com/office/drawing/2014/main" id="{54D8FE34-B77A-2092-D7C2-A5079A5FC4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235" y="2970943"/>
            <a:ext cx="457059" cy="858380"/>
          </a:xfrm>
          <a:prstGeom prst="rect">
            <a:avLst/>
          </a:prstGeom>
        </p:spPr>
      </p:pic>
      <p:pic>
        <p:nvPicPr>
          <p:cNvPr id="18" name="그림 17" descr="만화 영화, 클립아트, 예술, 일러스트레이션이(가) 표시된 사진&#10;&#10;자동 생성된 설명">
            <a:extLst>
              <a:ext uri="{FF2B5EF4-FFF2-40B4-BE49-F238E27FC236}">
                <a16:creationId xmlns:a16="http://schemas.microsoft.com/office/drawing/2014/main" id="{6BD7369C-8119-B051-D9EB-527C08E3DDB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0" y="1882896"/>
            <a:ext cx="1287570" cy="1911846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3030E10C-D970-56F7-C15D-46AEF318D68F}"/>
              </a:ext>
            </a:extLst>
          </p:cNvPr>
          <p:cNvSpPr/>
          <p:nvPr/>
        </p:nvSpPr>
        <p:spPr>
          <a:xfrm>
            <a:off x="0" y="3731242"/>
            <a:ext cx="12192000" cy="3126757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936639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443A31-9E0A-B057-34BD-6EAD65582D86}"/>
              </a:ext>
            </a:extLst>
          </p:cNvPr>
          <p:cNvSpPr txBox="1"/>
          <p:nvPr/>
        </p:nvSpPr>
        <p:spPr>
          <a:xfrm>
            <a:off x="284650" y="3969792"/>
            <a:ext cx="74366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 err="1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틈틈크루</a:t>
            </a:r>
            <a:r>
              <a:rPr lang="ko-KR" altLang="en-US" sz="48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 </a:t>
            </a:r>
            <a:r>
              <a:rPr lang="en-US" altLang="ko-KR" sz="48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: </a:t>
            </a:r>
            <a:r>
              <a:rPr lang="ko-KR" altLang="en-US" sz="4800" dirty="0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서비스 브랜드화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83C2EA-569C-22DE-1151-57E9BAE31496}"/>
              </a:ext>
            </a:extLst>
          </p:cNvPr>
          <p:cNvSpPr txBox="1"/>
          <p:nvPr/>
        </p:nvSpPr>
        <p:spPr>
          <a:xfrm>
            <a:off x="452378" y="1524014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틈틈이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38BD1E-E370-9F39-009C-FF1948E8DF93}"/>
              </a:ext>
            </a:extLst>
          </p:cNvPr>
          <p:cNvSpPr txBox="1"/>
          <p:nvPr/>
        </p:nvSpPr>
        <p:spPr>
          <a:xfrm>
            <a:off x="1457921" y="1739914"/>
            <a:ext cx="5838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방울이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F17B51B-6E4A-263F-78B9-C91B9BDF3192}"/>
              </a:ext>
            </a:extLst>
          </p:cNvPr>
          <p:cNvSpPr txBox="1"/>
          <p:nvPr/>
        </p:nvSpPr>
        <p:spPr>
          <a:xfrm>
            <a:off x="2645098" y="2207877"/>
            <a:ext cx="450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뭉이</a:t>
            </a:r>
            <a:endParaRPr lang="ko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44840E-63C8-4D3F-52D0-A99D4DEC12C5}"/>
              </a:ext>
            </a:extLst>
          </p:cNvPr>
          <p:cNvSpPr txBox="1"/>
          <p:nvPr/>
        </p:nvSpPr>
        <p:spPr>
          <a:xfrm>
            <a:off x="3951819" y="1988833"/>
            <a:ext cx="450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둥이</a:t>
            </a:r>
            <a:endParaRPr lang="ko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F2A393-CC18-DA18-26B1-3A6173CE14F4}"/>
              </a:ext>
            </a:extLst>
          </p:cNvPr>
          <p:cNvSpPr txBox="1"/>
          <p:nvPr/>
        </p:nvSpPr>
        <p:spPr>
          <a:xfrm>
            <a:off x="5187405" y="2021866"/>
            <a:ext cx="450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깨비</a:t>
            </a:r>
            <a:endParaRPr lang="ko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713C11-950E-5355-46F8-EAF70A100984}"/>
              </a:ext>
            </a:extLst>
          </p:cNvPr>
          <p:cNvSpPr txBox="1"/>
          <p:nvPr/>
        </p:nvSpPr>
        <p:spPr>
          <a:xfrm>
            <a:off x="6203097" y="2649254"/>
            <a:ext cx="4507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 err="1">
                <a:latin typeface="Pretendard Variable Light" panose="02000003000000020004" pitchFamily="2" charset="-127"/>
                <a:ea typeface="Pretendard Variable Light" panose="02000003000000020004" pitchFamily="2" charset="-127"/>
                <a:cs typeface="Pretendard Variable Light" panose="02000003000000020004" pitchFamily="2" charset="-127"/>
              </a:rPr>
              <a:t>쪼꼬</a:t>
            </a:r>
            <a:endParaRPr lang="ko-KR" altLang="en-US" sz="1200" dirty="0">
              <a:latin typeface="Pretendard Variable Light" panose="02000003000000020004" pitchFamily="2" charset="-127"/>
              <a:ea typeface="Pretendard Variable Light" panose="02000003000000020004" pitchFamily="2" charset="-127"/>
              <a:cs typeface="Pretendard Variable Light" panose="02000003000000020004" pitchFamily="2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C9D840-64F1-4853-5A3D-865724C69393}"/>
              </a:ext>
            </a:extLst>
          </p:cNvPr>
          <p:cNvSpPr txBox="1"/>
          <p:nvPr/>
        </p:nvSpPr>
        <p:spPr>
          <a:xfrm>
            <a:off x="495612" y="5157389"/>
            <a:ext cx="5344733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심플하고 귀여운 디자인의 캐릭터로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sz="2000" dirty="0">
                <a:solidFill>
                  <a:schemeClr val="bg1"/>
                </a:solidFill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대학생들이 거부감 없이 서비스에 친숙해질 수 있음</a:t>
            </a:r>
            <a:endParaRPr lang="en-US" altLang="ko-KR" sz="2000" dirty="0">
              <a:solidFill>
                <a:schemeClr val="bg1"/>
              </a:solidFill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9595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030E10C-D970-56F7-C15D-46AEF318D68F}"/>
              </a:ext>
            </a:extLst>
          </p:cNvPr>
          <p:cNvSpPr/>
          <p:nvPr/>
        </p:nvSpPr>
        <p:spPr>
          <a:xfrm>
            <a:off x="0" y="0"/>
            <a:ext cx="6096000" cy="6857999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936639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29C1D45-95C4-B2D0-18BF-534E864EC58A}"/>
              </a:ext>
            </a:extLst>
          </p:cNvPr>
          <p:cNvSpPr/>
          <p:nvPr/>
        </p:nvSpPr>
        <p:spPr>
          <a:xfrm>
            <a:off x="592667" y="1100669"/>
            <a:ext cx="4851400" cy="96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공강 시간 다양한 행사</a:t>
            </a:r>
            <a:r>
              <a:rPr lang="en-US" altLang="ko-KR" sz="20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, </a:t>
            </a:r>
            <a:r>
              <a:rPr lang="ko-KR" altLang="en-US" sz="20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모임 참여</a:t>
            </a:r>
            <a:endParaRPr lang="en-US" altLang="ko-KR" sz="2000" dirty="0">
              <a:solidFill>
                <a:srgbClr val="F26767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 Variable Medium" panose="02000003000000020004" pitchFamily="2" charset="-127"/>
            </a:endParaRPr>
          </a:p>
          <a:p>
            <a:pPr algn="ctr"/>
            <a:r>
              <a:rPr lang="ko-KR" altLang="en-US" sz="20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→ 학술 및 문화 생활 독려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E947AA-199B-F51C-BB8B-B46043660CE7}"/>
              </a:ext>
            </a:extLst>
          </p:cNvPr>
          <p:cNvSpPr/>
          <p:nvPr/>
        </p:nvSpPr>
        <p:spPr>
          <a:xfrm>
            <a:off x="6811434" y="1100669"/>
            <a:ext cx="4851400" cy="965200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조건의 맞는 사람을 쉽고 빠르게 찾음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B3C012F-86F4-C62D-7C6F-7EBF8B3ACE00}"/>
              </a:ext>
            </a:extLst>
          </p:cNvPr>
          <p:cNvSpPr/>
          <p:nvPr/>
        </p:nvSpPr>
        <p:spPr>
          <a:xfrm>
            <a:off x="592667" y="2633136"/>
            <a:ext cx="4851400" cy="96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주최자의 행사 주최 기회 제공</a:t>
            </a:r>
            <a:endParaRPr lang="en-US" altLang="ko-KR" sz="2400" dirty="0">
              <a:solidFill>
                <a:srgbClr val="F26767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 Variable Medium" panose="02000003000000020004" pitchFamily="2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E5660F-9A20-63F1-161A-05F72F04522B}"/>
              </a:ext>
            </a:extLst>
          </p:cNvPr>
          <p:cNvSpPr/>
          <p:nvPr/>
        </p:nvSpPr>
        <p:spPr>
          <a:xfrm>
            <a:off x="6811434" y="2633136"/>
            <a:ext cx="4851400" cy="965200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함께 공강 시간을 지낼 사람과 연결</a:t>
            </a:r>
            <a:endParaRPr lang="en-US" altLang="ko-KR" sz="180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Pretendard Variable Medium" panose="02000003000000020004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2C44787-86FB-3DD0-F11C-AB5838A80DB2}"/>
              </a:ext>
            </a:extLst>
          </p:cNvPr>
          <p:cNvSpPr/>
          <p:nvPr/>
        </p:nvSpPr>
        <p:spPr>
          <a:xfrm>
            <a:off x="592667" y="4165603"/>
            <a:ext cx="4851400" cy="965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solidFill>
                  <a:srgbClr val="F26767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참여자의 소셜 네트워킹 경험 제공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49B7F19-8077-F02C-6DF3-CA10043DB1DC}"/>
              </a:ext>
            </a:extLst>
          </p:cNvPr>
          <p:cNvSpPr/>
          <p:nvPr/>
        </p:nvSpPr>
        <p:spPr>
          <a:xfrm>
            <a:off x="6811434" y="4165603"/>
            <a:ext cx="4851400" cy="965200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귀여운 캐릭터가 </a:t>
            </a:r>
            <a:r>
              <a:rPr lang="ko-KR" altLang="en-US" sz="1800" dirty="0" err="1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맵의</a:t>
            </a:r>
            <a:r>
              <a:rPr lang="ko-KR" altLang="en-US" sz="180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 표시되며 재미를 느낌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7B6BCF-528B-B1FE-E44D-0CD0432A802E}"/>
              </a:ext>
            </a:extLst>
          </p:cNvPr>
          <p:cNvSpPr txBox="1"/>
          <p:nvPr/>
        </p:nvSpPr>
        <p:spPr>
          <a:xfrm>
            <a:off x="2446866" y="165614"/>
            <a:ext cx="13150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4400" dirty="0" err="1">
                <a:solidFill>
                  <a:schemeClr val="bg1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스팟</a:t>
            </a:r>
            <a:endParaRPr lang="ko-KR" altLang="en-US" sz="4400" dirty="0">
              <a:solidFill>
                <a:schemeClr val="bg1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BD01D9-CC18-1FE1-C727-651F37C06269}"/>
              </a:ext>
            </a:extLst>
          </p:cNvPr>
          <p:cNvSpPr txBox="1"/>
          <p:nvPr/>
        </p:nvSpPr>
        <p:spPr>
          <a:xfrm>
            <a:off x="7789333" y="165614"/>
            <a:ext cx="338952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4400">
                <a:solidFill>
                  <a:srgbClr val="F26767"/>
                </a:solidFill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틈틈크루</a:t>
            </a:r>
            <a:endParaRPr lang="ko-KR" altLang="en-US" sz="4400" dirty="0">
              <a:solidFill>
                <a:srgbClr val="F26767"/>
              </a:solidFill>
              <a:latin typeface="에스코어 드림 8 Heavy" panose="020B0903030302020204" pitchFamily="34" charset="-127"/>
              <a:ea typeface="에스코어 드림 8 Heavy" panose="020B0903030302020204" pitchFamily="34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8FBDFEA-3B6F-3037-54B1-2AE4CCDB2E49}"/>
              </a:ext>
            </a:extLst>
          </p:cNvPr>
          <p:cNvCxnSpPr/>
          <p:nvPr/>
        </p:nvCxnSpPr>
        <p:spPr>
          <a:xfrm>
            <a:off x="3014133" y="2235200"/>
            <a:ext cx="0" cy="279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2674CE4-8C2F-8B81-97DE-80E65C45C221}"/>
              </a:ext>
            </a:extLst>
          </p:cNvPr>
          <p:cNvCxnSpPr/>
          <p:nvPr/>
        </p:nvCxnSpPr>
        <p:spPr>
          <a:xfrm>
            <a:off x="3014133" y="3738880"/>
            <a:ext cx="0" cy="27940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31BEDF45-56FD-D956-62DB-295451D00A22}"/>
              </a:ext>
            </a:extLst>
          </p:cNvPr>
          <p:cNvCxnSpPr/>
          <p:nvPr/>
        </p:nvCxnSpPr>
        <p:spPr>
          <a:xfrm>
            <a:off x="9414932" y="2235200"/>
            <a:ext cx="0" cy="279400"/>
          </a:xfrm>
          <a:prstGeom prst="straightConnector1">
            <a:avLst/>
          </a:prstGeom>
          <a:ln w="38100">
            <a:solidFill>
              <a:srgbClr val="F26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1E4E3D7-423A-79C4-5929-ECEAE783D650}"/>
              </a:ext>
            </a:extLst>
          </p:cNvPr>
          <p:cNvCxnSpPr/>
          <p:nvPr/>
        </p:nvCxnSpPr>
        <p:spPr>
          <a:xfrm>
            <a:off x="9414932" y="3738880"/>
            <a:ext cx="0" cy="279400"/>
          </a:xfrm>
          <a:prstGeom prst="straightConnector1">
            <a:avLst/>
          </a:prstGeom>
          <a:ln w="38100">
            <a:solidFill>
              <a:srgbClr val="F2676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376C460-7F12-E9FC-1DA7-C32EBD4ADDD3}"/>
              </a:ext>
            </a:extLst>
          </p:cNvPr>
          <p:cNvSpPr/>
          <p:nvPr/>
        </p:nvSpPr>
        <p:spPr>
          <a:xfrm>
            <a:off x="1447801" y="5685366"/>
            <a:ext cx="9359898" cy="965200"/>
          </a:xfrm>
          <a:prstGeom prst="rect">
            <a:avLst/>
          </a:prstGeom>
          <a:solidFill>
            <a:srgbClr val="FFCF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  <a:cs typeface="Pretendard Variable Medium" panose="02000003000000020004" pitchFamily="2" charset="-127"/>
              </a:rPr>
              <a:t>온라인을 통한 오프라인 커뮤니케이션 활성화에 기여</a:t>
            </a:r>
          </a:p>
        </p:txBody>
      </p:sp>
    </p:spTree>
    <p:extLst>
      <p:ext uri="{BB962C8B-B14F-4D97-AF65-F5344CB8AC3E}">
        <p14:creationId xmlns:p14="http://schemas.microsoft.com/office/powerpoint/2010/main" val="3333850709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클립아트, 만화 영화, 그림, 일러스트레이션이(가) 표시된 사진&#10;&#10;자동 생성된 설명">
            <a:extLst>
              <a:ext uri="{FF2B5EF4-FFF2-40B4-BE49-F238E27FC236}">
                <a16:creationId xmlns:a16="http://schemas.microsoft.com/office/drawing/2014/main" id="{A187280B-719A-CECB-BDD9-3F39BB030C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369254" y="-834572"/>
            <a:ext cx="1453492" cy="2107179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0A968EEF-2192-2186-FAC7-C9C7407B54DB}"/>
              </a:ext>
            </a:extLst>
          </p:cNvPr>
          <p:cNvGrpSpPr/>
          <p:nvPr/>
        </p:nvGrpSpPr>
        <p:grpSpPr>
          <a:xfrm>
            <a:off x="10809962" y="2399684"/>
            <a:ext cx="2122073" cy="2058633"/>
            <a:chOff x="10244814" y="1945261"/>
            <a:chExt cx="3538991" cy="3433192"/>
          </a:xfrm>
        </p:grpSpPr>
        <p:pic>
          <p:nvPicPr>
            <p:cNvPr id="12" name="그림 11" descr="만화 영화, 클립아트, 그림, 미소이(가) 표시된 사진&#10;&#10;자동 생성된 설명">
              <a:extLst>
                <a:ext uri="{FF2B5EF4-FFF2-40B4-BE49-F238E27FC236}">
                  <a16:creationId xmlns:a16="http://schemas.microsoft.com/office/drawing/2014/main" id="{4F7AF98A-2DA3-73B4-DB82-A336FE5AEE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0729314" y="3059422"/>
              <a:ext cx="2055255" cy="2582807"/>
            </a:xfrm>
            <a:prstGeom prst="rect">
              <a:avLst/>
            </a:prstGeom>
          </p:spPr>
        </p:pic>
        <p:pic>
          <p:nvPicPr>
            <p:cNvPr id="14" name="그림 13" descr="클립아트, 예술, 만화 영화, 일러스트레이션이(가) 표시된 사진&#10;&#10;자동 생성된 설명">
              <a:extLst>
                <a:ext uri="{FF2B5EF4-FFF2-40B4-BE49-F238E27FC236}">
                  <a16:creationId xmlns:a16="http://schemas.microsoft.com/office/drawing/2014/main" id="{3BC1BB75-3A13-C4B8-EC6D-893AA0226FD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6200000">
              <a:off x="11272440" y="917635"/>
              <a:ext cx="1483739" cy="3538991"/>
            </a:xfrm>
            <a:prstGeom prst="rect">
              <a:avLst/>
            </a:prstGeom>
          </p:spPr>
        </p:pic>
      </p:grpSp>
      <p:pic>
        <p:nvPicPr>
          <p:cNvPr id="18" name="그림 17" descr="만화 영화, 클립아트, 예술, 일러스트레이션이(가) 표시된 사진&#10;&#10;자동 생성된 설명">
            <a:extLst>
              <a:ext uri="{FF2B5EF4-FFF2-40B4-BE49-F238E27FC236}">
                <a16:creationId xmlns:a16="http://schemas.microsoft.com/office/drawing/2014/main" id="{6BD7369C-8119-B051-D9EB-527C08E3DDB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7755" y="4930896"/>
            <a:ext cx="1776490" cy="2637818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EF5542A3-8A41-8A67-8FD6-98910239366D}"/>
              </a:ext>
            </a:extLst>
          </p:cNvPr>
          <p:cNvGrpSpPr/>
          <p:nvPr/>
        </p:nvGrpSpPr>
        <p:grpSpPr>
          <a:xfrm>
            <a:off x="-367734" y="2797937"/>
            <a:ext cx="2227850" cy="1262127"/>
            <a:chOff x="-925143" y="2350570"/>
            <a:chExt cx="4380259" cy="2481514"/>
          </a:xfrm>
        </p:grpSpPr>
        <p:pic>
          <p:nvPicPr>
            <p:cNvPr id="16" name="그림 15" descr="만화 영화, 클립아트, 그림, 스케치이(가) 표시된 사진&#10;&#10;자동 생성된 설명">
              <a:extLst>
                <a:ext uri="{FF2B5EF4-FFF2-40B4-BE49-F238E27FC236}">
                  <a16:creationId xmlns:a16="http://schemas.microsoft.com/office/drawing/2014/main" id="{54D8FE34-B77A-2092-D7C2-A5079A5FC4A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988833" y="2736201"/>
              <a:ext cx="1018942" cy="1913625"/>
            </a:xfrm>
            <a:prstGeom prst="rect">
              <a:avLst/>
            </a:prstGeom>
          </p:spPr>
        </p:pic>
        <p:pic>
          <p:nvPicPr>
            <p:cNvPr id="3" name="그림 2" descr="클립아트, 만화 영화, 일러스트레이션, 실루엣이(가) 표시된 사진&#10;&#10;자동 생성된 설명">
              <a:extLst>
                <a:ext uri="{FF2B5EF4-FFF2-40B4-BE49-F238E27FC236}">
                  <a16:creationId xmlns:a16="http://schemas.microsoft.com/office/drawing/2014/main" id="{4E1895A1-3C64-4D9E-4F60-D4E3C5FB6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598628" y="2024055"/>
              <a:ext cx="2481514" cy="3134544"/>
            </a:xfrm>
            <a:prstGeom prst="rect">
              <a:avLst/>
            </a:prstGeom>
          </p:spPr>
        </p:pic>
      </p:grpSp>
      <p:sp>
        <p:nvSpPr>
          <p:cNvPr id="6" name="Rectangle 1">
            <a:extLst>
              <a:ext uri="{FF2B5EF4-FFF2-40B4-BE49-F238E27FC236}">
                <a16:creationId xmlns:a16="http://schemas.microsoft.com/office/drawing/2014/main" id="{79CBD2C8-60B1-9D36-700F-23A2407CA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셰릴 샌드버그 (Sheryl Sandberg)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BF4482-6902-94A2-1207-03BA9C51455B}"/>
              </a:ext>
            </a:extLst>
          </p:cNvPr>
          <p:cNvSpPr txBox="1"/>
          <p:nvPr/>
        </p:nvSpPr>
        <p:spPr>
          <a:xfrm>
            <a:off x="4581804" y="3695766"/>
            <a:ext cx="302839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셰릴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샌드버그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 (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Sheryl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 </a:t>
            </a:r>
            <a:r>
              <a:rPr kumimoji="0" lang="ko-KR" altLang="ko-KR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Sandberg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8F209F-D35C-08B1-03EB-0D2D1C0F9CC6}"/>
              </a:ext>
            </a:extLst>
          </p:cNvPr>
          <p:cNvSpPr txBox="1"/>
          <p:nvPr/>
        </p:nvSpPr>
        <p:spPr>
          <a:xfrm>
            <a:off x="3707607" y="3915046"/>
            <a:ext cx="4776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100" dirty="0"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미국의 경영인 </a:t>
            </a:r>
            <a:r>
              <a:rPr lang="en-US" altLang="ko-KR" sz="1100" dirty="0"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| </a:t>
            </a:r>
            <a:r>
              <a:rPr lang="ko-KR" altLang="en-US" sz="1100" dirty="0">
                <a:latin typeface="Cafe24 Ssurround air OTF Light" panose="020F0300000000000000" pitchFamily="34" charset="-127"/>
                <a:ea typeface="Cafe24 Ssurround air OTF Light" panose="020F0300000000000000" pitchFamily="34" charset="-127"/>
              </a:rPr>
              <a:t>前 페이스북의 최고운영책임자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8D10E70-DDFE-5539-DB34-3C3E9351F59D}"/>
              </a:ext>
            </a:extLst>
          </p:cNvPr>
          <p:cNvSpPr/>
          <p:nvPr/>
        </p:nvSpPr>
        <p:spPr>
          <a:xfrm>
            <a:off x="3511550" y="3429000"/>
            <a:ext cx="5207000" cy="146050"/>
          </a:xfrm>
          <a:prstGeom prst="rect">
            <a:avLst/>
          </a:prstGeom>
          <a:solidFill>
            <a:srgbClr val="F2676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AD8D49-48A0-A47C-7209-D9543EDD78EA}"/>
              </a:ext>
            </a:extLst>
          </p:cNvPr>
          <p:cNvSpPr txBox="1"/>
          <p:nvPr/>
        </p:nvSpPr>
        <p:spPr>
          <a:xfrm>
            <a:off x="3199214" y="2423160"/>
            <a:ext cx="57935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dirty="0">
                <a:latin typeface="Cafe24 Ssurround OTF Bold" panose="020F0800000000000000" pitchFamily="34" charset="-127"/>
                <a:ea typeface="Cafe24 Ssurround OTF Bold" panose="020F0800000000000000" pitchFamily="34" charset="-127"/>
                <a:cs typeface="Cascadia Code SemiBold" panose="020B0609020000020004" pitchFamily="49" charset="0"/>
              </a:rPr>
              <a:t>SNS</a:t>
            </a:r>
            <a:r>
              <a:rPr lang="ko-KR" altLang="en-US" sz="2000" dirty="0">
                <a:latin typeface="Cafe24 Ssurround OTF Bold" panose="020F0800000000000000" pitchFamily="34" charset="-127"/>
                <a:ea typeface="Cafe24 Ssurround OTF Bold" panose="020F0800000000000000" pitchFamily="34" charset="-127"/>
                <a:cs typeface="Cascadia Code SemiBold" panose="020B0609020000020004" pitchFamily="49" charset="0"/>
              </a:rPr>
              <a:t>는 우리가 함께 하는 것을 더 쉽게 만들어준다</a:t>
            </a:r>
            <a:r>
              <a:rPr lang="en-US" altLang="ko-KR" sz="2000" dirty="0">
                <a:latin typeface="Cafe24 Ssurround OTF Bold" panose="020F0800000000000000" pitchFamily="34" charset="-127"/>
                <a:ea typeface="Cafe24 Ssurround OTF Bold" panose="020F0800000000000000" pitchFamily="34" charset="-127"/>
                <a:cs typeface="Cascadia Code SemiBold" panose="020B0609020000020004" pitchFamily="49" charset="0"/>
              </a:rPr>
              <a:t>. </a:t>
            </a:r>
          </a:p>
          <a:p>
            <a:pPr algn="ctr"/>
            <a:endParaRPr lang="en-US" altLang="ko-KR" sz="2000" dirty="0">
              <a:latin typeface="Cafe24 Ssurround OTF Bold" panose="020F0800000000000000" pitchFamily="34" charset="-127"/>
              <a:ea typeface="Cafe24 Ssurround OTF Bold" panose="020F0800000000000000" pitchFamily="34" charset="-127"/>
              <a:cs typeface="Cascadia Code SemiBold" panose="020B0609020000020004" pitchFamily="49" charset="0"/>
            </a:endParaRPr>
          </a:p>
          <a:p>
            <a:pPr algn="ctr"/>
            <a:r>
              <a:rPr lang="ko-KR" altLang="en-US" sz="3200" dirty="0">
                <a:latin typeface="Cafe24 Ssurround OTF Bold" panose="020F0800000000000000" pitchFamily="34" charset="-127"/>
                <a:ea typeface="Cafe24 Ssurround OTF Bold" panose="020F0800000000000000" pitchFamily="34" charset="-127"/>
                <a:cs typeface="Cascadia Code SemiBold" panose="020B0609020000020004" pitchFamily="49" charset="0"/>
              </a:rPr>
              <a:t>우리는 연결될 때 더 강해진다</a:t>
            </a:r>
            <a:r>
              <a:rPr lang="en-US" altLang="ko-KR" sz="3200" dirty="0">
                <a:latin typeface="Cafe24 Ssurround OTF Bold" panose="020F0800000000000000" pitchFamily="34" charset="-127"/>
                <a:ea typeface="Cafe24 Ssurround OTF Bold" panose="020F0800000000000000" pitchFamily="34" charset="-127"/>
                <a:cs typeface="Cascadia Code SemiBold" panose="020B0609020000020004" pitchFamily="49" charset="0"/>
              </a:rPr>
              <a:t>.</a:t>
            </a:r>
            <a:endParaRPr lang="ko-KR" altLang="en-US" sz="3200" dirty="0">
              <a:latin typeface="Cafe24 Ssurround OTF Bold" panose="020F0800000000000000" pitchFamily="34" charset="-127"/>
              <a:ea typeface="Cafe24 Ssurround OTF Bold" panose="020F0800000000000000" pitchFamily="34" charset="-127"/>
              <a:cs typeface="Cascadia Code SemiBold" panose="020B0609020000020004" pitchFamily="49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18EA72-4692-C693-EB11-734BCD0C786C}"/>
              </a:ext>
            </a:extLst>
          </p:cNvPr>
          <p:cNvSpPr txBox="1"/>
          <p:nvPr/>
        </p:nvSpPr>
        <p:spPr>
          <a:xfrm>
            <a:off x="7047745" y="5197596"/>
            <a:ext cx="27671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해커톤</a:t>
            </a:r>
            <a:r>
              <a:rPr lang="ko-KR" altLang="en-US" dirty="0">
                <a:latin typeface="에스코어 드림 8 Heavy" panose="020B0903030302020204" pitchFamily="34" charset="-127"/>
                <a:ea typeface="에스코어 드림 8 Heavy" panose="020B0903030302020204" pitchFamily="34" charset="-127"/>
                <a:cs typeface="Pretendard Variable Black" panose="02000003000000020004" pitchFamily="2" charset="-127"/>
              </a:rPr>
              <a:t> 전문 비제이</a:t>
            </a:r>
            <a:endParaRPr lang="en-US" altLang="ko-KR" dirty="0">
              <a:latin typeface="에스코어 드림 8 Heavy" panose="020B0903030302020204" pitchFamily="34" charset="-127"/>
              <a:ea typeface="에스코어 드림 8 Heavy" panose="020B0903030302020204" pitchFamily="34" charset="-127"/>
              <a:cs typeface="Pretendard Variable Black" panose="02000003000000020004" pitchFamily="2" charset="-127"/>
            </a:endParaRPr>
          </a:p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기획 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| </a:t>
            </a:r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김하빈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디자인 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| 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안성원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프론트엔드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| </a:t>
            </a:r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유현수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, </a:t>
            </a:r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최휘윤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  <a:p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백엔드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 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| </a:t>
            </a:r>
            <a:r>
              <a:rPr lang="ko-KR" altLang="en-US" dirty="0" err="1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안가영</a:t>
            </a:r>
            <a:r>
              <a:rPr lang="en-US" altLang="ko-KR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, </a:t>
            </a:r>
            <a:r>
              <a:rPr lang="ko-KR" altLang="en-US" dirty="0">
                <a:latin typeface="나눔바른고딕 Light" panose="020B0603020101020101" pitchFamily="50" charset="-127"/>
                <a:ea typeface="나눔바른고딕 Light" panose="020B0603020101020101" pitchFamily="50" charset="-127"/>
                <a:cs typeface="Pretendard Variable Light" panose="02000003000000020004" pitchFamily="2" charset="-127"/>
              </a:rPr>
              <a:t>이정빈</a:t>
            </a:r>
            <a:endParaRPr lang="en-US" altLang="ko-KR" dirty="0">
              <a:latin typeface="나눔바른고딕 Light" panose="020B0603020101020101" pitchFamily="50" charset="-127"/>
              <a:ea typeface="나눔바른고딕 Light" panose="020B0603020101020101" pitchFamily="50" charset="-127"/>
              <a:cs typeface="Pretendard Variable Light" panose="020000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72001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346</Words>
  <Application>Microsoft Office PowerPoint</Application>
  <PresentationFormat>와이드스크린</PresentationFormat>
  <Paragraphs>79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20" baseType="lpstr">
      <vt:lpstr>나눔바른고딕 Light</vt:lpstr>
      <vt:lpstr>Cafe24 Ssurround OTF Bold</vt:lpstr>
      <vt:lpstr>Pretendard Variable Black</vt:lpstr>
      <vt:lpstr>에스코어 드림 8 Heavy</vt:lpstr>
      <vt:lpstr>Cafe24 Ssurround air OTF Light</vt:lpstr>
      <vt:lpstr>Pretendard Variable Light</vt:lpstr>
      <vt:lpstr>Arial</vt:lpstr>
      <vt:lpstr>나눔바른고딕</vt:lpstr>
      <vt:lpstr>태백체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성원 안</dc:creator>
  <cp:lastModifiedBy>성원 안</cp:lastModifiedBy>
  <cp:revision>254</cp:revision>
  <dcterms:created xsi:type="dcterms:W3CDTF">2024-07-21T06:24:31Z</dcterms:created>
  <dcterms:modified xsi:type="dcterms:W3CDTF">2024-07-22T00:09:35Z</dcterms:modified>
</cp:coreProperties>
</file>